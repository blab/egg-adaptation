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7315200" cy="1143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84"/>
  </p:normalViewPr>
  <p:slideViewPr>
    <p:cSldViewPr snapToGrid="0">
      <p:cViewPr varScale="1">
        <p:scale>
          <a:sx n="61" d="100"/>
          <a:sy n="61" d="100"/>
        </p:scale>
        <p:origin x="336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70605"/>
            <a:ext cx="6217920" cy="3979333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6003397"/>
            <a:ext cx="5486400" cy="2759603"/>
          </a:xfrm>
        </p:spPr>
        <p:txBody>
          <a:bodyPr/>
          <a:lstStyle>
            <a:lvl1pPr marL="0" indent="0" algn="ctr">
              <a:buNone/>
              <a:defRPr sz="1920"/>
            </a:lvl1pPr>
            <a:lvl2pPr marL="365760" indent="0" algn="ctr">
              <a:buNone/>
              <a:defRPr sz="1600"/>
            </a:lvl2pPr>
            <a:lvl3pPr marL="731520" indent="0" algn="ctr">
              <a:buNone/>
              <a:defRPr sz="1440"/>
            </a:lvl3pPr>
            <a:lvl4pPr marL="1097280" indent="0" algn="ctr">
              <a:buNone/>
              <a:defRPr sz="1280"/>
            </a:lvl4pPr>
            <a:lvl5pPr marL="1463040" indent="0" algn="ctr">
              <a:buNone/>
              <a:defRPr sz="1280"/>
            </a:lvl5pPr>
            <a:lvl6pPr marL="1828800" indent="0" algn="ctr">
              <a:buNone/>
              <a:defRPr sz="1280"/>
            </a:lvl6pPr>
            <a:lvl7pPr marL="2194560" indent="0" algn="ctr">
              <a:buNone/>
              <a:defRPr sz="1280"/>
            </a:lvl7pPr>
            <a:lvl8pPr marL="2560320" indent="0" algn="ctr">
              <a:buNone/>
              <a:defRPr sz="1280"/>
            </a:lvl8pPr>
            <a:lvl9pPr marL="292608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14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996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9110" y="2849566"/>
            <a:ext cx="6309360" cy="4754562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9110" y="7649107"/>
            <a:ext cx="6309360" cy="2500312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1pPr>
            <a:lvl2pPr marL="36576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2pPr>
            <a:lvl3pPr marL="73152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3pPr>
            <a:lvl4pPr marL="109728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4pPr>
            <a:lvl5pPr marL="146304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5pPr>
            <a:lvl6pPr marL="182880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6pPr>
            <a:lvl7pPr marL="219456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7pPr>
            <a:lvl8pPr marL="256032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8pPr>
            <a:lvl9pPr marL="292608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104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2920" y="3042708"/>
            <a:ext cx="3108960" cy="72522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03320" y="3042708"/>
            <a:ext cx="3108960" cy="72522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645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608544"/>
            <a:ext cx="6309360" cy="22092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3874" y="2801938"/>
            <a:ext cx="3094672" cy="1373187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874" y="4175125"/>
            <a:ext cx="3094672" cy="61409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703320" y="2801938"/>
            <a:ext cx="3109913" cy="1373187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703320" y="4175125"/>
            <a:ext cx="3109913" cy="61409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986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528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5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762000"/>
            <a:ext cx="2359342" cy="26670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9913" y="1645711"/>
            <a:ext cx="3703320" cy="8122708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3429000"/>
            <a:ext cx="2359342" cy="6352647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200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762000"/>
            <a:ext cx="2359342" cy="26670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109913" y="1645711"/>
            <a:ext cx="3703320" cy="8122708"/>
          </a:xfrm>
        </p:spPr>
        <p:txBody>
          <a:bodyPr anchor="t"/>
          <a:lstStyle>
            <a:lvl1pPr marL="0" indent="0">
              <a:buNone/>
              <a:defRPr sz="2560"/>
            </a:lvl1pPr>
            <a:lvl2pPr marL="365760" indent="0">
              <a:buNone/>
              <a:defRPr sz="2240"/>
            </a:lvl2pPr>
            <a:lvl3pPr marL="731520" indent="0">
              <a:buNone/>
              <a:defRPr sz="1920"/>
            </a:lvl3pPr>
            <a:lvl4pPr marL="1097280" indent="0">
              <a:buNone/>
              <a:defRPr sz="1600"/>
            </a:lvl4pPr>
            <a:lvl5pPr marL="1463040" indent="0">
              <a:buNone/>
              <a:defRPr sz="1600"/>
            </a:lvl5pPr>
            <a:lvl6pPr marL="1828800" indent="0">
              <a:buNone/>
              <a:defRPr sz="1600"/>
            </a:lvl6pPr>
            <a:lvl7pPr marL="2194560" indent="0">
              <a:buNone/>
              <a:defRPr sz="1600"/>
            </a:lvl7pPr>
            <a:lvl8pPr marL="2560320" indent="0">
              <a:buNone/>
              <a:defRPr sz="1600"/>
            </a:lvl8pPr>
            <a:lvl9pPr marL="292608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3429000"/>
            <a:ext cx="2359342" cy="6352647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557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460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234940" y="608541"/>
            <a:ext cx="1577340" cy="96863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2920" y="608541"/>
            <a:ext cx="4640580" cy="96863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61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2920" y="608544"/>
            <a:ext cx="6309360" cy="2209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0" y="3042708"/>
            <a:ext cx="6309360" cy="72522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2920" y="10593919"/>
            <a:ext cx="1645920" cy="608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A67B35-9106-FF4D-A541-BF6285035F00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23160" y="10593919"/>
            <a:ext cx="2468880" cy="608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66360" y="10593919"/>
            <a:ext cx="1645920" cy="608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C85CEF-C8D8-3545-9074-A1A83FBE66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48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3152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73152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201168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80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5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3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60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9028A628-D654-21C0-F232-627704F965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7" b="507"/>
          <a:stretch/>
        </p:blipFill>
        <p:spPr>
          <a:xfrm>
            <a:off x="0" y="6152067"/>
            <a:ext cx="7315200" cy="52779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EC457D-3515-BC87-141D-989C0F0316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505"/>
            <a:ext cx="7315200" cy="618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8134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Kistler, Katie</dc:creator>
  <cp:lastModifiedBy>Kistler, Katie</cp:lastModifiedBy>
  <cp:revision>3</cp:revision>
  <dcterms:created xsi:type="dcterms:W3CDTF">2025-06-12T17:35:26Z</dcterms:created>
  <dcterms:modified xsi:type="dcterms:W3CDTF">2025-09-05T18:57:39Z</dcterms:modified>
</cp:coreProperties>
</file>