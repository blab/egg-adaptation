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7315200" cy="1143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0"/>
  </p:normalViewPr>
  <p:slideViewPr>
    <p:cSldViewPr snapToGrid="0">
      <p:cViewPr>
        <p:scale>
          <a:sx n="143" d="100"/>
          <a:sy n="143" d="100"/>
        </p:scale>
        <p:origin x="14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870605"/>
            <a:ext cx="6217920" cy="3979333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6003397"/>
            <a:ext cx="5486400" cy="2759603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7B35-9106-FF4D-A541-BF6285035F00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5CEF-C8D8-3545-9074-A1A83FBE6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1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7B35-9106-FF4D-A541-BF6285035F00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5CEF-C8D8-3545-9074-A1A83FBE6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996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2849566"/>
            <a:ext cx="6309360" cy="4754562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7649107"/>
            <a:ext cx="6309360" cy="2500312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7B35-9106-FF4D-A541-BF6285035F00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5CEF-C8D8-3545-9074-A1A83FBE6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104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3042708"/>
            <a:ext cx="3108960" cy="7252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3042708"/>
            <a:ext cx="3108960" cy="7252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7B35-9106-FF4D-A541-BF6285035F00}" type="datetimeFigureOut">
              <a:rPr lang="en-US" smtClean="0"/>
              <a:t>6/12/25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5CEF-C8D8-3545-9074-A1A83FBE6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45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608544"/>
            <a:ext cx="6309360" cy="22092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4" y="2801938"/>
            <a:ext cx="3094672" cy="1373187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4" y="4175125"/>
            <a:ext cx="3094672" cy="6140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2801938"/>
            <a:ext cx="3109913" cy="1373187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4175125"/>
            <a:ext cx="3109913" cy="6140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7B35-9106-FF4D-A541-BF6285035F00}" type="datetimeFigureOut">
              <a:rPr lang="en-US" smtClean="0"/>
              <a:t>6/12/25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5CEF-C8D8-3545-9074-A1A83FBE6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86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7B35-9106-FF4D-A541-BF6285035F00}" type="datetimeFigureOut">
              <a:rPr lang="en-US" smtClean="0"/>
              <a:t>6/12/25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5CEF-C8D8-3545-9074-A1A83FBE6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528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7B35-9106-FF4D-A541-BF6285035F00}" type="datetimeFigureOut">
              <a:rPr lang="en-US" smtClean="0"/>
              <a:t>6/12/25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5CEF-C8D8-3545-9074-A1A83FBE6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5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762000"/>
            <a:ext cx="2359342" cy="266700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1645711"/>
            <a:ext cx="3703320" cy="8122708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3429000"/>
            <a:ext cx="2359342" cy="6352647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7B35-9106-FF4D-A541-BF6285035F00}" type="datetimeFigureOut">
              <a:rPr lang="en-US" smtClean="0"/>
              <a:t>6/12/25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5CEF-C8D8-3545-9074-A1A83FBE6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200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762000"/>
            <a:ext cx="2359342" cy="266700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1645711"/>
            <a:ext cx="3703320" cy="8122708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3429000"/>
            <a:ext cx="2359342" cy="6352647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7B35-9106-FF4D-A541-BF6285035F00}" type="datetimeFigureOut">
              <a:rPr lang="en-US" smtClean="0"/>
              <a:t>6/12/25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5CEF-C8D8-3545-9074-A1A83FBE6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557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7B35-9106-FF4D-A541-BF6285035F00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5CEF-C8D8-3545-9074-A1A83FBE6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460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608541"/>
            <a:ext cx="1577340" cy="96863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608541"/>
            <a:ext cx="4640580" cy="96863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7B35-9106-FF4D-A541-BF6285035F00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5CEF-C8D8-3545-9074-A1A83FBE6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61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608544"/>
            <a:ext cx="6309360" cy="2209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3042708"/>
            <a:ext cx="6309360" cy="7252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10593919"/>
            <a:ext cx="164592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A67B35-9106-FF4D-A541-BF6285035F00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10593919"/>
            <a:ext cx="246888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10593919"/>
            <a:ext cx="164592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C85CEF-C8D8-3545-9074-A1A83FBE6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chart of different types of protein&#10;&#10;Description automatically generated with medium confidence">
            <a:extLst>
              <a:ext uri="{FF2B5EF4-FFF2-40B4-BE49-F238E27FC236}">
                <a16:creationId xmlns:a16="http://schemas.microsoft.com/office/drawing/2014/main" id="{9028A628-D654-21C0-F232-627704F965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15"/>
          <a:stretch/>
        </p:blipFill>
        <p:spPr>
          <a:xfrm>
            <a:off x="0" y="6152067"/>
            <a:ext cx="7315200" cy="5277933"/>
          </a:xfrm>
          <a:prstGeom prst="rect">
            <a:avLst/>
          </a:prstGeom>
        </p:spPr>
      </p:pic>
      <p:pic>
        <p:nvPicPr>
          <p:cNvPr id="7" name="Picture 6" descr="A screenshot of a graph&#10;&#10;Description automatically generated">
            <a:extLst>
              <a:ext uri="{FF2B5EF4-FFF2-40B4-BE49-F238E27FC236}">
                <a16:creationId xmlns:a16="http://schemas.microsoft.com/office/drawing/2014/main" id="{B6EC457D-3515-BC87-141D-989C0F031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15200" cy="619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813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Kistler, Katie</dc:creator>
  <cp:lastModifiedBy>Kistler, Katie</cp:lastModifiedBy>
  <cp:revision>2</cp:revision>
  <dcterms:created xsi:type="dcterms:W3CDTF">2025-06-12T17:35:26Z</dcterms:created>
  <dcterms:modified xsi:type="dcterms:W3CDTF">2025-06-12T17:46:15Z</dcterms:modified>
</cp:coreProperties>
</file>