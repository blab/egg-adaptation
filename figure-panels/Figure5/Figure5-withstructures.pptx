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sldIdLst>
    <p:sldId id="256" r:id="rId2"/>
  </p:sldIdLst>
  <p:sldSz cx="9144000" cy="53038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064"/>
    <p:restoredTop sz="94660"/>
  </p:normalViewPr>
  <p:slideViewPr>
    <p:cSldViewPr snapToGrid="0">
      <p:cViewPr>
        <p:scale>
          <a:sx n="108" d="100"/>
          <a:sy n="108" d="100"/>
        </p:scale>
        <p:origin x="632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68013"/>
            <a:ext cx="6858000" cy="1846521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85743"/>
            <a:ext cx="6858000" cy="128053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475AFC-B791-2447-8E6C-06084F354585}" type="datetimeFigureOut">
              <a:rPr lang="en-US" smtClean="0"/>
              <a:t>9/4/25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4EB4A-6820-644C-899B-A5BA8CC157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5055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475AFC-B791-2447-8E6C-06084F354585}" type="datetimeFigureOut">
              <a:rPr lang="en-US" smtClean="0"/>
              <a:t>9/4/25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4EB4A-6820-644C-899B-A5BA8CC157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5508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7" y="1322277"/>
            <a:ext cx="7886700" cy="2206249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7" y="3549398"/>
            <a:ext cx="7886700" cy="1160214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475AFC-B791-2447-8E6C-06084F354585}" type="datetimeFigureOut">
              <a:rPr lang="en-US" smtClean="0"/>
              <a:t>9/4/25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4EB4A-6820-644C-899B-A5BA8CC157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51125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411902"/>
            <a:ext cx="3886200" cy="336523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411902"/>
            <a:ext cx="3886200" cy="336523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475AFC-B791-2447-8E6C-06084F354585}" type="datetimeFigureOut">
              <a:rPr lang="en-US" smtClean="0"/>
              <a:t>9/4/25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4EB4A-6820-644C-899B-A5BA8CC157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08876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82380"/>
            <a:ext cx="7886700" cy="10251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300177"/>
            <a:ext cx="3868340" cy="637197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937374"/>
            <a:ext cx="3868340" cy="28495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300177"/>
            <a:ext cx="3887391" cy="637197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937374"/>
            <a:ext cx="3887391" cy="28495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475AFC-B791-2447-8E6C-06084F354585}" type="datetimeFigureOut">
              <a:rPr lang="en-US" smtClean="0"/>
              <a:t>9/4/25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4EB4A-6820-644C-899B-A5BA8CC157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60588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475AFC-B791-2447-8E6C-06084F354585}" type="datetimeFigureOut">
              <a:rPr lang="en-US" smtClean="0"/>
              <a:t>9/4/25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4EB4A-6820-644C-899B-A5BA8CC157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9221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475AFC-B791-2447-8E6C-06084F354585}" type="datetimeFigureOut">
              <a:rPr lang="en-US" smtClean="0"/>
              <a:t>9/4/25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4EB4A-6820-644C-899B-A5BA8CC157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807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53589"/>
            <a:ext cx="2949178" cy="1237562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63655"/>
            <a:ext cx="4629150" cy="3769163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91151"/>
            <a:ext cx="2949178" cy="2947805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475AFC-B791-2447-8E6C-06084F354585}" type="datetimeFigureOut">
              <a:rPr lang="en-US" smtClean="0"/>
              <a:t>9/4/25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4EB4A-6820-644C-899B-A5BA8CC157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810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53589"/>
            <a:ext cx="2949178" cy="1237562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63655"/>
            <a:ext cx="4629150" cy="3769163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91151"/>
            <a:ext cx="2949178" cy="2947805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475AFC-B791-2447-8E6C-06084F354585}" type="datetimeFigureOut">
              <a:rPr lang="en-US" smtClean="0"/>
              <a:t>9/4/25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4EB4A-6820-644C-899B-A5BA8CC157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9803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475AFC-B791-2447-8E6C-06084F354585}" type="datetimeFigureOut">
              <a:rPr lang="en-US" smtClean="0"/>
              <a:t>9/4/25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4EB4A-6820-644C-899B-A5BA8CC157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54336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82380"/>
            <a:ext cx="1971675" cy="449475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82380"/>
            <a:ext cx="5800725" cy="449475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475AFC-B791-2447-8E6C-06084F354585}" type="datetimeFigureOut">
              <a:rPr lang="en-US" smtClean="0"/>
              <a:t>9/4/25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4EB4A-6820-644C-899B-A5BA8CC157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24438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82380"/>
            <a:ext cx="7886700" cy="102516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411902"/>
            <a:ext cx="7886700" cy="33652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915873"/>
            <a:ext cx="2057400" cy="2823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475AFC-B791-2447-8E6C-06084F354585}" type="datetimeFigureOut">
              <a:rPr lang="en-US" smtClean="0"/>
              <a:t>9/4/25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915873"/>
            <a:ext cx="3086100" cy="2823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915873"/>
            <a:ext cx="2057400" cy="2823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E4EB4A-6820-644C-899B-A5BA8CC157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98133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of different colored lines&#10;&#10;Description automatically generated with medium confidence">
            <a:extLst>
              <a:ext uri="{FF2B5EF4-FFF2-40B4-BE49-F238E27FC236}">
                <a16:creationId xmlns:a16="http://schemas.microsoft.com/office/drawing/2014/main" id="{10B057A8-BEC6-3D12-B45C-15E5701973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2216"/>
            <a:ext cx="9144000" cy="3177813"/>
          </a:xfrm>
          <a:prstGeom prst="rect">
            <a:avLst/>
          </a:prstGeom>
        </p:spPr>
      </p:pic>
      <p:pic>
        <p:nvPicPr>
          <p:cNvPr id="7" name="Picture 6" descr="A close-up of a white structure&#10;&#10;Description automatically generated">
            <a:extLst>
              <a:ext uri="{FF2B5EF4-FFF2-40B4-BE49-F238E27FC236}">
                <a16:creationId xmlns:a16="http://schemas.microsoft.com/office/drawing/2014/main" id="{4980EE1F-CE5D-93FE-A77E-01754BE0F61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562" r="22155" b="7574"/>
          <a:stretch/>
        </p:blipFill>
        <p:spPr>
          <a:xfrm>
            <a:off x="4690872" y="3200400"/>
            <a:ext cx="2054432" cy="2053290"/>
          </a:xfrm>
          <a:prstGeom prst="rect">
            <a:avLst/>
          </a:prstGeom>
          <a:ln>
            <a:solidFill>
              <a:schemeClr val="bg2">
                <a:lumMod val="50000"/>
              </a:schemeClr>
            </a:solidFill>
          </a:ln>
        </p:spPr>
      </p:pic>
      <p:pic>
        <p:nvPicPr>
          <p:cNvPr id="9" name="Picture 8" descr="A white and green string&#10;&#10;Description automatically generated with medium confidence">
            <a:extLst>
              <a:ext uri="{FF2B5EF4-FFF2-40B4-BE49-F238E27FC236}">
                <a16:creationId xmlns:a16="http://schemas.microsoft.com/office/drawing/2014/main" id="{1AF8D7B4-3032-19AF-77A0-4976DD0B7BA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091" t="-139" r="25320" b="12777"/>
          <a:stretch/>
        </p:blipFill>
        <p:spPr>
          <a:xfrm>
            <a:off x="6967728" y="3198185"/>
            <a:ext cx="2057400" cy="2057400"/>
          </a:xfrm>
          <a:prstGeom prst="rect">
            <a:avLst/>
          </a:prstGeom>
          <a:ln>
            <a:solidFill>
              <a:schemeClr val="bg2">
                <a:lumMod val="50000"/>
              </a:schemeClr>
            </a:solidFill>
          </a:ln>
        </p:spPr>
      </p:pic>
      <p:pic>
        <p:nvPicPr>
          <p:cNvPr id="11" name="Picture 10" descr="A close-up of a white object&#10;&#10;Description automatically generated">
            <a:extLst>
              <a:ext uri="{FF2B5EF4-FFF2-40B4-BE49-F238E27FC236}">
                <a16:creationId xmlns:a16="http://schemas.microsoft.com/office/drawing/2014/main" id="{D33D4A23-5650-F6F0-6242-B7F8B56BEC3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2676" t="-1" r="15819" b="15573"/>
          <a:stretch/>
        </p:blipFill>
        <p:spPr>
          <a:xfrm>
            <a:off x="2438400" y="3198185"/>
            <a:ext cx="2057278" cy="2057400"/>
          </a:xfrm>
          <a:prstGeom prst="rect">
            <a:avLst/>
          </a:prstGeom>
          <a:ln>
            <a:solidFill>
              <a:schemeClr val="bg2">
                <a:lumMod val="50000"/>
              </a:schemeClr>
            </a:solidFill>
          </a:ln>
        </p:spPr>
      </p:pic>
      <p:pic>
        <p:nvPicPr>
          <p:cNvPr id="13" name="Picture 12" descr="A white and orange object with black lines&#10;&#10;Description automatically generated with medium confidence">
            <a:extLst>
              <a:ext uri="{FF2B5EF4-FFF2-40B4-BE49-F238E27FC236}">
                <a16:creationId xmlns:a16="http://schemas.microsoft.com/office/drawing/2014/main" id="{FFC9A2EB-7F6E-5D5B-5D6B-6A35AABC32A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656" r="15335" b="12127"/>
          <a:stretch/>
        </p:blipFill>
        <p:spPr>
          <a:xfrm>
            <a:off x="152400" y="3198185"/>
            <a:ext cx="2057754" cy="2057400"/>
          </a:xfrm>
          <a:prstGeom prst="rect">
            <a:avLst/>
          </a:prstGeom>
          <a:ln>
            <a:solidFill>
              <a:schemeClr val="bg2">
                <a:lumMod val="50000"/>
              </a:schemeClr>
            </a:solidFill>
          </a:ln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F7DD989-9457-2CFC-05F3-ADDB45DF7D27}"/>
              </a:ext>
            </a:extLst>
          </p:cNvPr>
          <p:cNvSpPr txBox="1"/>
          <p:nvPr/>
        </p:nvSpPr>
        <p:spPr>
          <a:xfrm>
            <a:off x="121037" y="3181797"/>
            <a:ext cx="631904" cy="615553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A/H3N2</a:t>
            </a:r>
          </a:p>
          <a:p>
            <a:r>
              <a:rPr lang="en-US" sz="1200" dirty="0">
                <a:solidFill>
                  <a:srgbClr val="FC85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193</a:t>
            </a:r>
          </a:p>
          <a:p>
            <a:r>
              <a:rPr lang="en-US" sz="1200" dirty="0">
                <a:solidFill>
                  <a:srgbClr val="00C88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194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8347B6E-08BC-FE1D-702B-4635FC261710}"/>
              </a:ext>
            </a:extLst>
          </p:cNvPr>
          <p:cNvSpPr txBox="1"/>
          <p:nvPr/>
        </p:nvSpPr>
        <p:spPr>
          <a:xfrm>
            <a:off x="2421821" y="3189145"/>
            <a:ext cx="631904" cy="615553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A/H3N2</a:t>
            </a:r>
          </a:p>
          <a:p>
            <a:r>
              <a:rPr lang="en-US" sz="1200" dirty="0">
                <a:solidFill>
                  <a:srgbClr val="FE375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155</a:t>
            </a:r>
          </a:p>
          <a:p>
            <a:r>
              <a:rPr lang="en-US" sz="1200" dirty="0">
                <a:solidFill>
                  <a:srgbClr val="00C88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194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AA08314-451D-F8E6-D557-6E63B6181CBE}"/>
              </a:ext>
            </a:extLst>
          </p:cNvPr>
          <p:cNvSpPr txBox="1"/>
          <p:nvPr/>
        </p:nvSpPr>
        <p:spPr>
          <a:xfrm>
            <a:off x="6922577" y="3176021"/>
            <a:ext cx="880369" cy="80021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A/H1N1pdm</a:t>
            </a:r>
          </a:p>
          <a:p>
            <a:r>
              <a:rPr lang="en-US" sz="1200" dirty="0">
                <a:solidFill>
                  <a:srgbClr val="FE375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183</a:t>
            </a:r>
          </a:p>
          <a:p>
            <a:r>
              <a:rPr lang="en-US" sz="1200" dirty="0">
                <a:solidFill>
                  <a:srgbClr val="00C88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187</a:t>
            </a:r>
          </a:p>
          <a:p>
            <a:r>
              <a:rPr lang="en-US" sz="1200" dirty="0">
                <a:solidFill>
                  <a:srgbClr val="006E5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191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9E81AF-37CD-217D-401D-808006EE453F}"/>
              </a:ext>
            </a:extLst>
          </p:cNvPr>
          <p:cNvSpPr txBox="1"/>
          <p:nvPr/>
        </p:nvSpPr>
        <p:spPr>
          <a:xfrm>
            <a:off x="4669295" y="3187896"/>
            <a:ext cx="880369" cy="615553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A/H1N1pdm</a:t>
            </a:r>
          </a:p>
          <a:p>
            <a:r>
              <a:rPr lang="en-US" sz="1200" dirty="0">
                <a:solidFill>
                  <a:srgbClr val="FE375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130</a:t>
            </a:r>
          </a:p>
          <a:p>
            <a:r>
              <a:rPr lang="en-US" sz="1200" dirty="0">
                <a:solidFill>
                  <a:srgbClr val="006E5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127</a:t>
            </a:r>
          </a:p>
        </p:txBody>
      </p:sp>
    </p:spTree>
    <p:extLst>
      <p:ext uri="{BB962C8B-B14F-4D97-AF65-F5344CB8AC3E}">
        <p14:creationId xmlns:p14="http://schemas.microsoft.com/office/powerpoint/2010/main" val="1209592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</TotalTime>
  <Words>21</Words>
  <Application>Microsoft Macintosh PowerPoint</Application>
  <PresentationFormat>Custom</PresentationFormat>
  <Paragraphs>13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Kistler, Katie</dc:creator>
  <cp:lastModifiedBy>Kistler, Katie</cp:lastModifiedBy>
  <cp:revision>1</cp:revision>
  <dcterms:created xsi:type="dcterms:W3CDTF">2025-09-04T16:55:55Z</dcterms:created>
  <dcterms:modified xsi:type="dcterms:W3CDTF">2025-09-04T17:12:08Z</dcterms:modified>
</cp:coreProperties>
</file>