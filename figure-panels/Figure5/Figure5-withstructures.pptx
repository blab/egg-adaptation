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9144000" cy="5303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9"/>
    <p:restoredTop sz="94684"/>
  </p:normalViewPr>
  <p:slideViewPr>
    <p:cSldViewPr snapToGrid="0">
      <p:cViewPr varScale="1">
        <p:scale>
          <a:sx n="116" d="100"/>
          <a:sy n="116" d="100"/>
        </p:scale>
        <p:origin x="19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68013"/>
            <a:ext cx="6858000" cy="18465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85743"/>
            <a:ext cx="6858000" cy="128053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05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5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322277"/>
            <a:ext cx="7886700" cy="22062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549398"/>
            <a:ext cx="7886700" cy="116021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1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11902"/>
            <a:ext cx="3886200" cy="3365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11902"/>
            <a:ext cx="3886200" cy="3365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887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82380"/>
            <a:ext cx="7886700" cy="1025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00177"/>
            <a:ext cx="3868340" cy="63719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37374"/>
            <a:ext cx="3868340" cy="2849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00177"/>
            <a:ext cx="3887391" cy="63719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37374"/>
            <a:ext cx="3887391" cy="2849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5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2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53589"/>
            <a:ext cx="2949178" cy="123756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63655"/>
            <a:ext cx="4629150" cy="37691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91151"/>
            <a:ext cx="2949178" cy="294780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0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53589"/>
            <a:ext cx="2949178" cy="123756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63655"/>
            <a:ext cx="4629150" cy="376916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91151"/>
            <a:ext cx="2949178" cy="294780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8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3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82380"/>
            <a:ext cx="1971675" cy="44947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82380"/>
            <a:ext cx="5800725" cy="44947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4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82380"/>
            <a:ext cx="7886700" cy="1025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11902"/>
            <a:ext cx="7886700" cy="336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915873"/>
            <a:ext cx="2057400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75AFC-B791-2447-8E6C-06084F354585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915873"/>
            <a:ext cx="3086100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915873"/>
            <a:ext cx="2057400" cy="282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4EB4A-6820-644C-899B-A5BA8CC15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1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white structure&#10;&#10;Description automatically generated">
            <a:extLst>
              <a:ext uri="{FF2B5EF4-FFF2-40B4-BE49-F238E27FC236}">
                <a16:creationId xmlns:a16="http://schemas.microsoft.com/office/drawing/2014/main" id="{4980EE1F-CE5D-93FE-A77E-01754BE0F6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62" r="22155" b="7574"/>
          <a:stretch/>
        </p:blipFill>
        <p:spPr>
          <a:xfrm>
            <a:off x="4690872" y="3200400"/>
            <a:ext cx="2054432" cy="205329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9" name="Picture 8" descr="A white and green string&#10;&#10;Description automatically generated with medium confidence">
            <a:extLst>
              <a:ext uri="{FF2B5EF4-FFF2-40B4-BE49-F238E27FC236}">
                <a16:creationId xmlns:a16="http://schemas.microsoft.com/office/drawing/2014/main" id="{1AF8D7B4-3032-19AF-77A0-4976DD0B7B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1" t="-139" r="25320" b="12777"/>
          <a:stretch/>
        </p:blipFill>
        <p:spPr>
          <a:xfrm>
            <a:off x="6967728" y="3198185"/>
            <a:ext cx="2057400" cy="205740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11" name="Picture 10" descr="A close-up of a white object&#10;&#10;Description automatically generated">
            <a:extLst>
              <a:ext uri="{FF2B5EF4-FFF2-40B4-BE49-F238E27FC236}">
                <a16:creationId xmlns:a16="http://schemas.microsoft.com/office/drawing/2014/main" id="{D33D4A23-5650-F6F0-6242-B7F8B56BEC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76" t="-1" r="15819" b="15573"/>
          <a:stretch/>
        </p:blipFill>
        <p:spPr>
          <a:xfrm>
            <a:off x="2438400" y="3198185"/>
            <a:ext cx="2057278" cy="205740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13" name="Picture 12" descr="A white and orange object with black lines&#10;&#10;Description automatically generated with medium confidence">
            <a:extLst>
              <a:ext uri="{FF2B5EF4-FFF2-40B4-BE49-F238E27FC236}">
                <a16:creationId xmlns:a16="http://schemas.microsoft.com/office/drawing/2014/main" id="{FFC9A2EB-7F6E-5D5B-5D6B-6A35AABC32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56" r="15335" b="12127"/>
          <a:stretch/>
        </p:blipFill>
        <p:spPr>
          <a:xfrm>
            <a:off x="152400" y="3198185"/>
            <a:ext cx="2057754" cy="205740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7DD989-9457-2CFC-05F3-ADDB45DF7D27}"/>
              </a:ext>
            </a:extLst>
          </p:cNvPr>
          <p:cNvSpPr txBox="1"/>
          <p:nvPr/>
        </p:nvSpPr>
        <p:spPr>
          <a:xfrm>
            <a:off x="121037" y="3181797"/>
            <a:ext cx="631904" cy="61555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A/H3N2</a:t>
            </a:r>
          </a:p>
          <a:p>
            <a:r>
              <a:rPr lang="en-US" sz="1200" dirty="0">
                <a:solidFill>
                  <a:srgbClr val="FC8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</a:t>
            </a:r>
          </a:p>
          <a:p>
            <a:r>
              <a:rPr lang="en-US" sz="12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347B6E-08BC-FE1D-702B-4635FC261710}"/>
              </a:ext>
            </a:extLst>
          </p:cNvPr>
          <p:cNvSpPr txBox="1"/>
          <p:nvPr/>
        </p:nvSpPr>
        <p:spPr>
          <a:xfrm>
            <a:off x="2421821" y="3189145"/>
            <a:ext cx="631904" cy="61555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A/H3N2</a:t>
            </a:r>
          </a:p>
          <a:p>
            <a:r>
              <a:rPr lang="en-US" sz="12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155</a:t>
            </a:r>
          </a:p>
          <a:p>
            <a:r>
              <a:rPr lang="en-US" sz="12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08314-451D-F8E6-D557-6E63B6181CBE}"/>
              </a:ext>
            </a:extLst>
          </p:cNvPr>
          <p:cNvSpPr txBox="1"/>
          <p:nvPr/>
        </p:nvSpPr>
        <p:spPr>
          <a:xfrm>
            <a:off x="6922577" y="3176021"/>
            <a:ext cx="880369" cy="80021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A/H1N1pdm</a:t>
            </a:r>
          </a:p>
          <a:p>
            <a:r>
              <a:rPr lang="en-US" sz="12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183</a:t>
            </a:r>
          </a:p>
          <a:p>
            <a:r>
              <a:rPr lang="en-US" sz="12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187</a:t>
            </a:r>
          </a:p>
          <a:p>
            <a:r>
              <a:rPr lang="en-US" sz="1200" dirty="0">
                <a:solidFill>
                  <a:srgbClr val="006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E81AF-37CD-217D-401D-808006EE453F}"/>
              </a:ext>
            </a:extLst>
          </p:cNvPr>
          <p:cNvSpPr txBox="1"/>
          <p:nvPr/>
        </p:nvSpPr>
        <p:spPr>
          <a:xfrm>
            <a:off x="4669295" y="3187896"/>
            <a:ext cx="880369" cy="61555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A/H1N1pdm</a:t>
            </a:r>
          </a:p>
          <a:p>
            <a:r>
              <a:rPr lang="en-US" sz="12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  <a:p>
            <a:r>
              <a:rPr lang="en-US" sz="1200" dirty="0">
                <a:solidFill>
                  <a:srgbClr val="006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127</a:t>
            </a:r>
          </a:p>
        </p:txBody>
      </p:sp>
      <p:pic>
        <p:nvPicPr>
          <p:cNvPr id="3" name="Picture 2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6A62F839-4629-D244-B502-24E18E452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"/>
            <a:ext cx="9144000" cy="317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21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Kistler, Katie</dc:creator>
  <cp:lastModifiedBy>Kistler, Katie</cp:lastModifiedBy>
  <cp:revision>2</cp:revision>
  <dcterms:created xsi:type="dcterms:W3CDTF">2025-09-04T16:55:55Z</dcterms:created>
  <dcterms:modified xsi:type="dcterms:W3CDTF">2025-09-04T22:27:36Z</dcterms:modified>
</cp:coreProperties>
</file>