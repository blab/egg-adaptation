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56" r:id="rId2"/>
  </p:sldIdLst>
  <p:sldSz cx="6765925" cy="8915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3755"/>
    <a:srgbClr val="FC8500"/>
    <a:srgbClr val="006E5E"/>
    <a:srgbClr val="00C8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2"/>
    <p:restoredTop sz="94684"/>
  </p:normalViewPr>
  <p:slideViewPr>
    <p:cSldViewPr snapToGrid="0">
      <p:cViewPr varScale="1">
        <p:scale>
          <a:sx n="78" d="100"/>
          <a:sy n="78" d="100"/>
        </p:scale>
        <p:origin x="3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7445" y="1459072"/>
            <a:ext cx="5751036" cy="3103880"/>
          </a:xfrm>
        </p:spPr>
        <p:txBody>
          <a:bodyPr anchor="b"/>
          <a:lstStyle>
            <a:lvl1pPr algn="ctr">
              <a:defRPr sz="44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5741" y="4682649"/>
            <a:ext cx="5074444" cy="2152491"/>
          </a:xfrm>
        </p:spPr>
        <p:txBody>
          <a:bodyPr/>
          <a:lstStyle>
            <a:lvl1pPr marL="0" indent="0" algn="ctr">
              <a:buNone/>
              <a:defRPr sz="1776"/>
            </a:lvl1pPr>
            <a:lvl2pPr marL="338282" indent="0" algn="ctr">
              <a:buNone/>
              <a:defRPr sz="1480"/>
            </a:lvl2pPr>
            <a:lvl3pPr marL="676565" indent="0" algn="ctr">
              <a:buNone/>
              <a:defRPr sz="1332"/>
            </a:lvl3pPr>
            <a:lvl4pPr marL="1014847" indent="0" algn="ctr">
              <a:buNone/>
              <a:defRPr sz="1184"/>
            </a:lvl4pPr>
            <a:lvl5pPr marL="1353129" indent="0" algn="ctr">
              <a:buNone/>
              <a:defRPr sz="1184"/>
            </a:lvl5pPr>
            <a:lvl6pPr marL="1691411" indent="0" algn="ctr">
              <a:buNone/>
              <a:defRPr sz="1184"/>
            </a:lvl6pPr>
            <a:lvl7pPr marL="2029694" indent="0" algn="ctr">
              <a:buNone/>
              <a:defRPr sz="1184"/>
            </a:lvl7pPr>
            <a:lvl8pPr marL="2367976" indent="0" algn="ctr">
              <a:buNone/>
              <a:defRPr sz="1184"/>
            </a:lvl8pPr>
            <a:lvl9pPr marL="2706258" indent="0" algn="ctr">
              <a:buNone/>
              <a:defRPr sz="118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CDE-328B-3447-911A-D9F0DCC9D8CE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9FDE-F1A8-B840-966A-F33574863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0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CDE-328B-3447-911A-D9F0DCC9D8CE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9FDE-F1A8-B840-966A-F33574863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2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634" y="2222661"/>
            <a:ext cx="5835610" cy="3708558"/>
          </a:xfrm>
        </p:spPr>
        <p:txBody>
          <a:bodyPr anchor="b"/>
          <a:lstStyle>
            <a:lvl1pPr>
              <a:defRPr sz="44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634" y="5966304"/>
            <a:ext cx="5835610" cy="1950243"/>
          </a:xfrm>
        </p:spPr>
        <p:txBody>
          <a:bodyPr/>
          <a:lstStyle>
            <a:lvl1pPr marL="0" indent="0">
              <a:buNone/>
              <a:defRPr sz="1776">
                <a:solidFill>
                  <a:schemeClr val="tx1">
                    <a:tint val="82000"/>
                  </a:schemeClr>
                </a:solidFill>
              </a:defRPr>
            </a:lvl1pPr>
            <a:lvl2pPr marL="338282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2pPr>
            <a:lvl3pPr marL="676565" indent="0">
              <a:buNone/>
              <a:defRPr sz="1332">
                <a:solidFill>
                  <a:schemeClr val="tx1">
                    <a:tint val="82000"/>
                  </a:schemeClr>
                </a:solidFill>
              </a:defRPr>
            </a:lvl3pPr>
            <a:lvl4pPr marL="1014847" indent="0">
              <a:buNone/>
              <a:defRPr sz="1184">
                <a:solidFill>
                  <a:schemeClr val="tx1">
                    <a:tint val="82000"/>
                  </a:schemeClr>
                </a:solidFill>
              </a:defRPr>
            </a:lvl4pPr>
            <a:lvl5pPr marL="1353129" indent="0">
              <a:buNone/>
              <a:defRPr sz="1184">
                <a:solidFill>
                  <a:schemeClr val="tx1">
                    <a:tint val="82000"/>
                  </a:schemeClr>
                </a:solidFill>
              </a:defRPr>
            </a:lvl5pPr>
            <a:lvl6pPr marL="1691411" indent="0">
              <a:buNone/>
              <a:defRPr sz="1184">
                <a:solidFill>
                  <a:schemeClr val="tx1">
                    <a:tint val="82000"/>
                  </a:schemeClr>
                </a:solidFill>
              </a:defRPr>
            </a:lvl6pPr>
            <a:lvl7pPr marL="2029694" indent="0">
              <a:buNone/>
              <a:defRPr sz="1184">
                <a:solidFill>
                  <a:schemeClr val="tx1">
                    <a:tint val="82000"/>
                  </a:schemeClr>
                </a:solidFill>
              </a:defRPr>
            </a:lvl7pPr>
            <a:lvl8pPr marL="2367976" indent="0">
              <a:buNone/>
              <a:defRPr sz="1184">
                <a:solidFill>
                  <a:schemeClr val="tx1">
                    <a:tint val="82000"/>
                  </a:schemeClr>
                </a:solidFill>
              </a:defRPr>
            </a:lvl8pPr>
            <a:lvl9pPr marL="2706258" indent="0">
              <a:buNone/>
              <a:defRPr sz="11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CDE-328B-3447-911A-D9F0DCC9D8CE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9FDE-F1A8-B840-966A-F33574863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56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5157" y="2373313"/>
            <a:ext cx="2875518" cy="5656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5250" y="2373313"/>
            <a:ext cx="2875518" cy="5656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CDE-328B-3447-911A-D9F0DCC9D8CE}" type="datetimeFigureOut">
              <a:rPr lang="en-US" smtClean="0"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9FDE-F1A8-B840-966A-F33574863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46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039" y="474664"/>
            <a:ext cx="5835610" cy="17232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039" y="2185512"/>
            <a:ext cx="2862303" cy="1071086"/>
          </a:xfrm>
        </p:spPr>
        <p:txBody>
          <a:bodyPr anchor="b"/>
          <a:lstStyle>
            <a:lvl1pPr marL="0" indent="0">
              <a:buNone/>
              <a:defRPr sz="1776" b="1"/>
            </a:lvl1pPr>
            <a:lvl2pPr marL="338282" indent="0">
              <a:buNone/>
              <a:defRPr sz="1480" b="1"/>
            </a:lvl2pPr>
            <a:lvl3pPr marL="676565" indent="0">
              <a:buNone/>
              <a:defRPr sz="1332" b="1"/>
            </a:lvl3pPr>
            <a:lvl4pPr marL="1014847" indent="0">
              <a:buNone/>
              <a:defRPr sz="1184" b="1"/>
            </a:lvl4pPr>
            <a:lvl5pPr marL="1353129" indent="0">
              <a:buNone/>
              <a:defRPr sz="1184" b="1"/>
            </a:lvl5pPr>
            <a:lvl6pPr marL="1691411" indent="0">
              <a:buNone/>
              <a:defRPr sz="1184" b="1"/>
            </a:lvl6pPr>
            <a:lvl7pPr marL="2029694" indent="0">
              <a:buNone/>
              <a:defRPr sz="1184" b="1"/>
            </a:lvl7pPr>
            <a:lvl8pPr marL="2367976" indent="0">
              <a:buNone/>
              <a:defRPr sz="1184" b="1"/>
            </a:lvl8pPr>
            <a:lvl9pPr marL="2706258" indent="0">
              <a:buNone/>
              <a:defRPr sz="11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39" y="3256598"/>
            <a:ext cx="2862303" cy="47899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5250" y="2185512"/>
            <a:ext cx="2876399" cy="1071086"/>
          </a:xfrm>
        </p:spPr>
        <p:txBody>
          <a:bodyPr anchor="b"/>
          <a:lstStyle>
            <a:lvl1pPr marL="0" indent="0">
              <a:buNone/>
              <a:defRPr sz="1776" b="1"/>
            </a:lvl1pPr>
            <a:lvl2pPr marL="338282" indent="0">
              <a:buNone/>
              <a:defRPr sz="1480" b="1"/>
            </a:lvl2pPr>
            <a:lvl3pPr marL="676565" indent="0">
              <a:buNone/>
              <a:defRPr sz="1332" b="1"/>
            </a:lvl3pPr>
            <a:lvl4pPr marL="1014847" indent="0">
              <a:buNone/>
              <a:defRPr sz="1184" b="1"/>
            </a:lvl4pPr>
            <a:lvl5pPr marL="1353129" indent="0">
              <a:buNone/>
              <a:defRPr sz="1184" b="1"/>
            </a:lvl5pPr>
            <a:lvl6pPr marL="1691411" indent="0">
              <a:buNone/>
              <a:defRPr sz="1184" b="1"/>
            </a:lvl6pPr>
            <a:lvl7pPr marL="2029694" indent="0">
              <a:buNone/>
              <a:defRPr sz="1184" b="1"/>
            </a:lvl7pPr>
            <a:lvl8pPr marL="2367976" indent="0">
              <a:buNone/>
              <a:defRPr sz="1184" b="1"/>
            </a:lvl8pPr>
            <a:lvl9pPr marL="2706258" indent="0">
              <a:buNone/>
              <a:defRPr sz="11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25250" y="3256598"/>
            <a:ext cx="2876399" cy="47899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CDE-328B-3447-911A-D9F0DCC9D8CE}" type="datetimeFigureOut">
              <a:rPr lang="en-US" smtClean="0"/>
              <a:t>4/23/25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9FDE-F1A8-B840-966A-F33574863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09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CDE-328B-3447-911A-D9F0DCC9D8CE}" type="datetimeFigureOut">
              <a:rPr lang="en-US" smtClean="0"/>
              <a:t>4/23/25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9FDE-F1A8-B840-966A-F33574863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20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CDE-328B-3447-911A-D9F0DCC9D8CE}" type="datetimeFigureOut">
              <a:rPr lang="en-US" smtClean="0"/>
              <a:t>4/23/25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9FDE-F1A8-B840-966A-F33574863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39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039" y="594360"/>
            <a:ext cx="2182187" cy="2080260"/>
          </a:xfrm>
        </p:spPr>
        <p:txBody>
          <a:bodyPr anchor="b"/>
          <a:lstStyle>
            <a:lvl1pPr>
              <a:defRPr sz="23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6399" y="1283654"/>
            <a:ext cx="3425250" cy="6335713"/>
          </a:xfrm>
        </p:spPr>
        <p:txBody>
          <a:bodyPr/>
          <a:lstStyle>
            <a:lvl1pPr>
              <a:defRPr sz="2368"/>
            </a:lvl1pPr>
            <a:lvl2pPr>
              <a:defRPr sz="2072"/>
            </a:lvl2pPr>
            <a:lvl3pPr>
              <a:defRPr sz="1776"/>
            </a:lvl3pPr>
            <a:lvl4pPr>
              <a:defRPr sz="1480"/>
            </a:lvl4pPr>
            <a:lvl5pPr>
              <a:defRPr sz="1480"/>
            </a:lvl5pPr>
            <a:lvl6pPr>
              <a:defRPr sz="1480"/>
            </a:lvl6pPr>
            <a:lvl7pPr>
              <a:defRPr sz="1480"/>
            </a:lvl7pPr>
            <a:lvl8pPr>
              <a:defRPr sz="1480"/>
            </a:lvl8pPr>
            <a:lvl9pPr>
              <a:defRPr sz="1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6039" y="2674620"/>
            <a:ext cx="2182187" cy="4955064"/>
          </a:xfrm>
        </p:spPr>
        <p:txBody>
          <a:bodyPr/>
          <a:lstStyle>
            <a:lvl1pPr marL="0" indent="0">
              <a:buNone/>
              <a:defRPr sz="1184"/>
            </a:lvl1pPr>
            <a:lvl2pPr marL="338282" indent="0">
              <a:buNone/>
              <a:defRPr sz="1036"/>
            </a:lvl2pPr>
            <a:lvl3pPr marL="676565" indent="0">
              <a:buNone/>
              <a:defRPr sz="888"/>
            </a:lvl3pPr>
            <a:lvl4pPr marL="1014847" indent="0">
              <a:buNone/>
              <a:defRPr sz="740"/>
            </a:lvl4pPr>
            <a:lvl5pPr marL="1353129" indent="0">
              <a:buNone/>
              <a:defRPr sz="740"/>
            </a:lvl5pPr>
            <a:lvl6pPr marL="1691411" indent="0">
              <a:buNone/>
              <a:defRPr sz="740"/>
            </a:lvl6pPr>
            <a:lvl7pPr marL="2029694" indent="0">
              <a:buNone/>
              <a:defRPr sz="740"/>
            </a:lvl7pPr>
            <a:lvl8pPr marL="2367976" indent="0">
              <a:buNone/>
              <a:defRPr sz="740"/>
            </a:lvl8pPr>
            <a:lvl9pPr marL="2706258" indent="0">
              <a:buNone/>
              <a:defRPr sz="7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CDE-328B-3447-911A-D9F0DCC9D8CE}" type="datetimeFigureOut">
              <a:rPr lang="en-US" smtClean="0"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9FDE-F1A8-B840-966A-F33574863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19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039" y="594360"/>
            <a:ext cx="2182187" cy="2080260"/>
          </a:xfrm>
        </p:spPr>
        <p:txBody>
          <a:bodyPr anchor="b"/>
          <a:lstStyle>
            <a:lvl1pPr>
              <a:defRPr sz="23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76399" y="1283654"/>
            <a:ext cx="3425250" cy="6335713"/>
          </a:xfrm>
        </p:spPr>
        <p:txBody>
          <a:bodyPr anchor="t"/>
          <a:lstStyle>
            <a:lvl1pPr marL="0" indent="0">
              <a:buNone/>
              <a:defRPr sz="2368"/>
            </a:lvl1pPr>
            <a:lvl2pPr marL="338282" indent="0">
              <a:buNone/>
              <a:defRPr sz="2072"/>
            </a:lvl2pPr>
            <a:lvl3pPr marL="676565" indent="0">
              <a:buNone/>
              <a:defRPr sz="1776"/>
            </a:lvl3pPr>
            <a:lvl4pPr marL="1014847" indent="0">
              <a:buNone/>
              <a:defRPr sz="1480"/>
            </a:lvl4pPr>
            <a:lvl5pPr marL="1353129" indent="0">
              <a:buNone/>
              <a:defRPr sz="1480"/>
            </a:lvl5pPr>
            <a:lvl6pPr marL="1691411" indent="0">
              <a:buNone/>
              <a:defRPr sz="1480"/>
            </a:lvl6pPr>
            <a:lvl7pPr marL="2029694" indent="0">
              <a:buNone/>
              <a:defRPr sz="1480"/>
            </a:lvl7pPr>
            <a:lvl8pPr marL="2367976" indent="0">
              <a:buNone/>
              <a:defRPr sz="1480"/>
            </a:lvl8pPr>
            <a:lvl9pPr marL="2706258" indent="0">
              <a:buNone/>
              <a:defRPr sz="14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6039" y="2674620"/>
            <a:ext cx="2182187" cy="4955064"/>
          </a:xfrm>
        </p:spPr>
        <p:txBody>
          <a:bodyPr/>
          <a:lstStyle>
            <a:lvl1pPr marL="0" indent="0">
              <a:buNone/>
              <a:defRPr sz="1184"/>
            </a:lvl1pPr>
            <a:lvl2pPr marL="338282" indent="0">
              <a:buNone/>
              <a:defRPr sz="1036"/>
            </a:lvl2pPr>
            <a:lvl3pPr marL="676565" indent="0">
              <a:buNone/>
              <a:defRPr sz="888"/>
            </a:lvl3pPr>
            <a:lvl4pPr marL="1014847" indent="0">
              <a:buNone/>
              <a:defRPr sz="740"/>
            </a:lvl4pPr>
            <a:lvl5pPr marL="1353129" indent="0">
              <a:buNone/>
              <a:defRPr sz="740"/>
            </a:lvl5pPr>
            <a:lvl6pPr marL="1691411" indent="0">
              <a:buNone/>
              <a:defRPr sz="740"/>
            </a:lvl6pPr>
            <a:lvl7pPr marL="2029694" indent="0">
              <a:buNone/>
              <a:defRPr sz="740"/>
            </a:lvl7pPr>
            <a:lvl8pPr marL="2367976" indent="0">
              <a:buNone/>
              <a:defRPr sz="740"/>
            </a:lvl8pPr>
            <a:lvl9pPr marL="2706258" indent="0">
              <a:buNone/>
              <a:defRPr sz="7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CDE-328B-3447-911A-D9F0DCC9D8CE}" type="datetimeFigureOut">
              <a:rPr lang="en-US" smtClean="0"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9FDE-F1A8-B840-966A-F33574863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3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CDE-328B-3447-911A-D9F0DCC9D8CE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9FDE-F1A8-B840-966A-F33574863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6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41865" y="474663"/>
            <a:ext cx="1458903" cy="75553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5158" y="474663"/>
            <a:ext cx="4292134" cy="75553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CDE-328B-3447-911A-D9F0DCC9D8CE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9FDE-F1A8-B840-966A-F33574863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8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5158" y="474664"/>
            <a:ext cx="5835610" cy="1723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158" y="2373313"/>
            <a:ext cx="5835610" cy="5656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5157" y="8263257"/>
            <a:ext cx="1522333" cy="474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1CCDE-328B-3447-911A-D9F0DCC9D8CE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41213" y="8263257"/>
            <a:ext cx="2283500" cy="474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78435" y="8263257"/>
            <a:ext cx="1522333" cy="474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D9FDE-F1A8-B840-966A-F33574863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676565" rtl="0" eaLnBrk="1" latinLnBrk="0" hangingPunct="1">
        <a:lnSpc>
          <a:spcPct val="90000"/>
        </a:lnSpc>
        <a:spcBef>
          <a:spcPct val="0"/>
        </a:spcBef>
        <a:buNone/>
        <a:defRPr sz="3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141" indent="-169141" algn="l" defTabSz="676565" rtl="0" eaLnBrk="1" latinLnBrk="0" hangingPunct="1">
        <a:lnSpc>
          <a:spcPct val="90000"/>
        </a:lnSpc>
        <a:spcBef>
          <a:spcPts val="740"/>
        </a:spcBef>
        <a:buFont typeface="Arial" panose="020B0604020202020204" pitchFamily="34" charset="0"/>
        <a:buChar char="•"/>
        <a:defRPr sz="2072" kern="1200">
          <a:solidFill>
            <a:schemeClr val="tx1"/>
          </a:solidFill>
          <a:latin typeface="+mn-lt"/>
          <a:ea typeface="+mn-ea"/>
          <a:cs typeface="+mn-cs"/>
        </a:defRPr>
      </a:lvl1pPr>
      <a:lvl2pPr marL="507423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2pPr>
      <a:lvl3pPr marL="845706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480" kern="1200">
          <a:solidFill>
            <a:schemeClr val="tx1"/>
          </a:solidFill>
          <a:latin typeface="+mn-lt"/>
          <a:ea typeface="+mn-ea"/>
          <a:cs typeface="+mn-cs"/>
        </a:defRPr>
      </a:lvl3pPr>
      <a:lvl4pPr marL="1183988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32" kern="1200">
          <a:solidFill>
            <a:schemeClr val="tx1"/>
          </a:solidFill>
          <a:latin typeface="+mn-lt"/>
          <a:ea typeface="+mn-ea"/>
          <a:cs typeface="+mn-cs"/>
        </a:defRPr>
      </a:lvl4pPr>
      <a:lvl5pPr marL="1522270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32" kern="1200">
          <a:solidFill>
            <a:schemeClr val="tx1"/>
          </a:solidFill>
          <a:latin typeface="+mn-lt"/>
          <a:ea typeface="+mn-ea"/>
          <a:cs typeface="+mn-cs"/>
        </a:defRPr>
      </a:lvl5pPr>
      <a:lvl6pPr marL="1860553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32" kern="1200">
          <a:solidFill>
            <a:schemeClr val="tx1"/>
          </a:solidFill>
          <a:latin typeface="+mn-lt"/>
          <a:ea typeface="+mn-ea"/>
          <a:cs typeface="+mn-cs"/>
        </a:defRPr>
      </a:lvl6pPr>
      <a:lvl7pPr marL="2198835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32" kern="1200">
          <a:solidFill>
            <a:schemeClr val="tx1"/>
          </a:solidFill>
          <a:latin typeface="+mn-lt"/>
          <a:ea typeface="+mn-ea"/>
          <a:cs typeface="+mn-cs"/>
        </a:defRPr>
      </a:lvl7pPr>
      <a:lvl8pPr marL="2537117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32" kern="1200">
          <a:solidFill>
            <a:schemeClr val="tx1"/>
          </a:solidFill>
          <a:latin typeface="+mn-lt"/>
          <a:ea typeface="+mn-ea"/>
          <a:cs typeface="+mn-cs"/>
        </a:defRPr>
      </a:lvl8pPr>
      <a:lvl9pPr marL="2875399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1pPr>
      <a:lvl2pPr marL="338282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2pPr>
      <a:lvl3pPr marL="676565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3pPr>
      <a:lvl4pPr marL="1014847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4pPr>
      <a:lvl5pPr marL="1353129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5pPr>
      <a:lvl6pPr marL="1691411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6pPr>
      <a:lvl7pPr marL="2029694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7pPr>
      <a:lvl8pPr marL="2367976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8pPr>
      <a:lvl9pPr marL="2706258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99CD1E41-98E9-A1F1-1AE4-72D47553B7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22" b="277"/>
          <a:stretch/>
        </p:blipFill>
        <p:spPr>
          <a:xfrm>
            <a:off x="-46038" y="0"/>
            <a:ext cx="6797310" cy="891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0A088F-CC19-9E04-0C21-C336B0C5A877}"/>
              </a:ext>
            </a:extLst>
          </p:cNvPr>
          <p:cNvSpPr txBox="1"/>
          <p:nvPr/>
        </p:nvSpPr>
        <p:spPr>
          <a:xfrm>
            <a:off x="822537" y="4794773"/>
            <a:ext cx="864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E37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= TCC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 steps to </a:t>
            </a:r>
            <a:r>
              <a:rPr lang="en-US" sz="1000" dirty="0">
                <a:solidFill>
                  <a:srgbClr val="00C8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950896-D520-91D3-9DE0-45C981E0EAD1}"/>
              </a:ext>
            </a:extLst>
          </p:cNvPr>
          <p:cNvSpPr txBox="1"/>
          <p:nvPr/>
        </p:nvSpPr>
        <p:spPr>
          <a:xfrm>
            <a:off x="535183" y="3651944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E37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= AGC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 step to </a:t>
            </a:r>
            <a:r>
              <a:rPr lang="en-US" sz="1000" dirty="0">
                <a:solidFill>
                  <a:srgbClr val="00C8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5922C-16CB-250B-34D5-C20C28EA3588}"/>
              </a:ext>
            </a:extLst>
          </p:cNvPr>
          <p:cNvSpPr txBox="1"/>
          <p:nvPr/>
        </p:nvSpPr>
        <p:spPr>
          <a:xfrm>
            <a:off x="1138441" y="4000564"/>
            <a:ext cx="864339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C8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= TTC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 steps to </a:t>
            </a:r>
            <a:r>
              <a:rPr lang="en-US" sz="1000" dirty="0">
                <a:solidFill>
                  <a:srgbClr val="00C8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pic>
        <p:nvPicPr>
          <p:cNvPr id="16" name="Picture 15" descr="A close-up of a white structure&#10;&#10;Description automatically generated">
            <a:extLst>
              <a:ext uri="{FF2B5EF4-FFF2-40B4-BE49-F238E27FC236}">
                <a16:creationId xmlns:a16="http://schemas.microsoft.com/office/drawing/2014/main" id="{1A6309BC-0B44-4F4F-9E42-11015A0C20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28" r="23918" b="10143"/>
          <a:stretch/>
        </p:blipFill>
        <p:spPr>
          <a:xfrm>
            <a:off x="2685936" y="5374801"/>
            <a:ext cx="1766065" cy="1813079"/>
          </a:xfrm>
          <a:prstGeom prst="rect">
            <a:avLst/>
          </a:prstGeom>
        </p:spPr>
      </p:pic>
      <p:pic>
        <p:nvPicPr>
          <p:cNvPr id="18" name="Picture 17" descr="A white and green string&#10;&#10;Description automatically generated with medium confidence">
            <a:extLst>
              <a:ext uri="{FF2B5EF4-FFF2-40B4-BE49-F238E27FC236}">
                <a16:creationId xmlns:a16="http://schemas.microsoft.com/office/drawing/2014/main" id="{860FC1C9-45DB-7D20-759F-0934F1E890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02"/>
          <a:stretch/>
        </p:blipFill>
        <p:spPr>
          <a:xfrm>
            <a:off x="4779116" y="5548781"/>
            <a:ext cx="1916992" cy="1639099"/>
          </a:xfrm>
          <a:prstGeom prst="rect">
            <a:avLst/>
          </a:prstGeom>
        </p:spPr>
      </p:pic>
      <p:pic>
        <p:nvPicPr>
          <p:cNvPr id="20" name="Picture 19" descr="A close-up of a white object&#10;&#10;Description automatically generated">
            <a:extLst>
              <a:ext uri="{FF2B5EF4-FFF2-40B4-BE49-F238E27FC236}">
                <a16:creationId xmlns:a16="http://schemas.microsoft.com/office/drawing/2014/main" id="{7D815D88-FD59-CCBB-766B-057A82245D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43"/>
          <a:stretch/>
        </p:blipFill>
        <p:spPr>
          <a:xfrm>
            <a:off x="4823615" y="3520721"/>
            <a:ext cx="1885207" cy="1734506"/>
          </a:xfrm>
          <a:prstGeom prst="rect">
            <a:avLst/>
          </a:prstGeom>
        </p:spPr>
      </p:pic>
      <p:pic>
        <p:nvPicPr>
          <p:cNvPr id="22" name="Picture 21" descr="A white and orange object with black lines&#10;&#10;Description automatically generated with medium confidence">
            <a:extLst>
              <a:ext uri="{FF2B5EF4-FFF2-40B4-BE49-F238E27FC236}">
                <a16:creationId xmlns:a16="http://schemas.microsoft.com/office/drawing/2014/main" id="{CC0F9149-6D12-2606-AA15-DE2EFED377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78"/>
          <a:stretch/>
        </p:blipFill>
        <p:spPr>
          <a:xfrm>
            <a:off x="2687496" y="3526552"/>
            <a:ext cx="1764496" cy="173450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F2783E8-03E4-6A5B-C7AE-B57C0014EA46}"/>
              </a:ext>
            </a:extLst>
          </p:cNvPr>
          <p:cNvSpPr/>
          <p:nvPr/>
        </p:nvSpPr>
        <p:spPr>
          <a:xfrm>
            <a:off x="2287274" y="5390653"/>
            <a:ext cx="2164718" cy="179721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07B440-55C2-D73C-B7A6-00CDE5FF77BC}"/>
              </a:ext>
            </a:extLst>
          </p:cNvPr>
          <p:cNvSpPr/>
          <p:nvPr/>
        </p:nvSpPr>
        <p:spPr>
          <a:xfrm>
            <a:off x="2287274" y="3463840"/>
            <a:ext cx="2164718" cy="179721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0E4564-F377-B0F4-1EA8-31DD43784689}"/>
              </a:ext>
            </a:extLst>
          </p:cNvPr>
          <p:cNvSpPr/>
          <p:nvPr/>
        </p:nvSpPr>
        <p:spPr>
          <a:xfrm>
            <a:off x="4547503" y="5390653"/>
            <a:ext cx="2164718" cy="179721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1E3EC4-46C6-CBC2-5F9E-EB5A9ABE37C5}"/>
              </a:ext>
            </a:extLst>
          </p:cNvPr>
          <p:cNvSpPr/>
          <p:nvPr/>
        </p:nvSpPr>
        <p:spPr>
          <a:xfrm>
            <a:off x="4547503" y="3463840"/>
            <a:ext cx="2164718" cy="179721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43844A-7306-20D2-38A2-30474D416A87}"/>
              </a:ext>
            </a:extLst>
          </p:cNvPr>
          <p:cNvSpPr txBox="1"/>
          <p:nvPr/>
        </p:nvSpPr>
        <p:spPr>
          <a:xfrm>
            <a:off x="2282346" y="3478680"/>
            <a:ext cx="631904" cy="61555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A/H3N2</a:t>
            </a:r>
          </a:p>
          <a:p>
            <a:r>
              <a:rPr lang="en-US" sz="1200" dirty="0">
                <a:solidFill>
                  <a:srgbClr val="FC8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193</a:t>
            </a:r>
          </a:p>
          <a:p>
            <a:r>
              <a:rPr lang="en-US" sz="1200" dirty="0">
                <a:solidFill>
                  <a:srgbClr val="00C8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51B63C-D7DE-979F-11A1-50BDF2FE8E4A}"/>
              </a:ext>
            </a:extLst>
          </p:cNvPr>
          <p:cNvSpPr txBox="1"/>
          <p:nvPr/>
        </p:nvSpPr>
        <p:spPr>
          <a:xfrm>
            <a:off x="4547503" y="3474153"/>
            <a:ext cx="631904" cy="61555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A/H3N2</a:t>
            </a:r>
          </a:p>
          <a:p>
            <a:r>
              <a:rPr lang="en-US" sz="1200" dirty="0">
                <a:solidFill>
                  <a:srgbClr val="FE37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155</a:t>
            </a:r>
          </a:p>
          <a:p>
            <a:r>
              <a:rPr lang="en-US" sz="1200" dirty="0">
                <a:solidFill>
                  <a:srgbClr val="00C8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8818B0-F8FB-A4B5-6965-6A3CC28B4087}"/>
              </a:ext>
            </a:extLst>
          </p:cNvPr>
          <p:cNvSpPr txBox="1"/>
          <p:nvPr/>
        </p:nvSpPr>
        <p:spPr>
          <a:xfrm>
            <a:off x="4547512" y="5384831"/>
            <a:ext cx="880369" cy="80021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A/H1N1pdm</a:t>
            </a:r>
          </a:p>
          <a:p>
            <a:r>
              <a:rPr lang="en-US" sz="1200" dirty="0">
                <a:solidFill>
                  <a:srgbClr val="FE37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183</a:t>
            </a:r>
          </a:p>
          <a:p>
            <a:r>
              <a:rPr lang="en-US" sz="1200" dirty="0">
                <a:solidFill>
                  <a:srgbClr val="00C8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187</a:t>
            </a:r>
          </a:p>
          <a:p>
            <a:r>
              <a:rPr lang="en-US" sz="1200" dirty="0">
                <a:solidFill>
                  <a:srgbClr val="006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E489EC-04E1-6012-9CE4-883B213EC327}"/>
              </a:ext>
            </a:extLst>
          </p:cNvPr>
          <p:cNvSpPr txBox="1"/>
          <p:nvPr/>
        </p:nvSpPr>
        <p:spPr>
          <a:xfrm>
            <a:off x="2282355" y="5384831"/>
            <a:ext cx="880369" cy="61555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A/H1N1pdm</a:t>
            </a:r>
          </a:p>
          <a:p>
            <a:r>
              <a:rPr lang="en-US" sz="1200" dirty="0">
                <a:solidFill>
                  <a:srgbClr val="FE37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130</a:t>
            </a:r>
          </a:p>
          <a:p>
            <a:r>
              <a:rPr lang="en-US" sz="1200" dirty="0">
                <a:solidFill>
                  <a:srgbClr val="006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918056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</TotalTime>
  <Words>42</Words>
  <Application>Microsoft Macintosh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Kistler, Katie</dc:creator>
  <cp:lastModifiedBy>Kistler, Katie</cp:lastModifiedBy>
  <cp:revision>7</cp:revision>
  <dcterms:created xsi:type="dcterms:W3CDTF">2024-12-09T19:20:40Z</dcterms:created>
  <dcterms:modified xsi:type="dcterms:W3CDTF">2025-04-23T18:40:10Z</dcterms:modified>
</cp:coreProperties>
</file>