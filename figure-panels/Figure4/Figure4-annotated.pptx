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68" r:id="rId1"/>
  </p:sldMasterIdLst>
  <p:sldIdLst>
    <p:sldId id="256" r:id="rId2"/>
  </p:sldIdLst>
  <p:sldSz cx="7451725" cy="85042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C4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66"/>
    <p:restoredTop sz="94684"/>
  </p:normalViewPr>
  <p:slideViewPr>
    <p:cSldViewPr snapToGrid="0">
      <p:cViewPr varScale="1">
        <p:scale>
          <a:sx n="82" d="100"/>
          <a:sy n="82" d="100"/>
        </p:scale>
        <p:origin x="270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58880" y="1391782"/>
            <a:ext cx="6333966" cy="2960735"/>
          </a:xfrm>
        </p:spPr>
        <p:txBody>
          <a:bodyPr anchor="b"/>
          <a:lstStyle>
            <a:lvl1pPr algn="ctr">
              <a:defRPr sz="488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31466" y="4466694"/>
            <a:ext cx="5588794" cy="2053222"/>
          </a:xfrm>
        </p:spPr>
        <p:txBody>
          <a:bodyPr/>
          <a:lstStyle>
            <a:lvl1pPr marL="0" indent="0" algn="ctr">
              <a:buNone/>
              <a:defRPr sz="1956"/>
            </a:lvl1pPr>
            <a:lvl2pPr marL="372572" indent="0" algn="ctr">
              <a:buNone/>
              <a:defRPr sz="1630"/>
            </a:lvl2pPr>
            <a:lvl3pPr marL="745145" indent="0" algn="ctr">
              <a:buNone/>
              <a:defRPr sz="1467"/>
            </a:lvl3pPr>
            <a:lvl4pPr marL="1117717" indent="0" algn="ctr">
              <a:buNone/>
              <a:defRPr sz="1304"/>
            </a:lvl4pPr>
            <a:lvl5pPr marL="1490289" indent="0" algn="ctr">
              <a:buNone/>
              <a:defRPr sz="1304"/>
            </a:lvl5pPr>
            <a:lvl6pPr marL="1862861" indent="0" algn="ctr">
              <a:buNone/>
              <a:defRPr sz="1304"/>
            </a:lvl6pPr>
            <a:lvl7pPr marL="2235434" indent="0" algn="ctr">
              <a:buNone/>
              <a:defRPr sz="1304"/>
            </a:lvl7pPr>
            <a:lvl8pPr marL="2608006" indent="0" algn="ctr">
              <a:buNone/>
              <a:defRPr sz="1304"/>
            </a:lvl8pPr>
            <a:lvl9pPr marL="2980578" indent="0" algn="ctr">
              <a:buNone/>
              <a:defRPr sz="1304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ED24A-60D4-AC43-86B6-8BE4ED46BDD0}" type="datetimeFigureOut">
              <a:rPr lang="en-US" smtClean="0"/>
              <a:t>9/5/25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B4D9C-6DA7-B641-A703-D4F1C76D9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0544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ED24A-60D4-AC43-86B6-8BE4ED46BDD0}" type="datetimeFigureOut">
              <a:rPr lang="en-US" smtClean="0"/>
              <a:t>9/5/25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B4D9C-6DA7-B641-A703-D4F1C76D9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8224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425" y="2120156"/>
            <a:ext cx="6427113" cy="3537526"/>
          </a:xfrm>
        </p:spPr>
        <p:txBody>
          <a:bodyPr anchor="b"/>
          <a:lstStyle>
            <a:lvl1pPr>
              <a:defRPr sz="488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425" y="5691149"/>
            <a:ext cx="6427113" cy="1860301"/>
          </a:xfrm>
        </p:spPr>
        <p:txBody>
          <a:bodyPr/>
          <a:lstStyle>
            <a:lvl1pPr marL="0" indent="0">
              <a:buNone/>
              <a:defRPr sz="1956">
                <a:solidFill>
                  <a:schemeClr val="tx1">
                    <a:tint val="82000"/>
                  </a:schemeClr>
                </a:solidFill>
              </a:defRPr>
            </a:lvl1pPr>
            <a:lvl2pPr marL="372572" indent="0">
              <a:buNone/>
              <a:defRPr sz="1630">
                <a:solidFill>
                  <a:schemeClr val="tx1">
                    <a:tint val="82000"/>
                  </a:schemeClr>
                </a:solidFill>
              </a:defRPr>
            </a:lvl2pPr>
            <a:lvl3pPr marL="745145" indent="0">
              <a:buNone/>
              <a:defRPr sz="1467">
                <a:solidFill>
                  <a:schemeClr val="tx1">
                    <a:tint val="82000"/>
                  </a:schemeClr>
                </a:solidFill>
              </a:defRPr>
            </a:lvl3pPr>
            <a:lvl4pPr marL="1117717" indent="0">
              <a:buNone/>
              <a:defRPr sz="1304">
                <a:solidFill>
                  <a:schemeClr val="tx1">
                    <a:tint val="82000"/>
                  </a:schemeClr>
                </a:solidFill>
              </a:defRPr>
            </a:lvl4pPr>
            <a:lvl5pPr marL="1490289" indent="0">
              <a:buNone/>
              <a:defRPr sz="1304">
                <a:solidFill>
                  <a:schemeClr val="tx1">
                    <a:tint val="82000"/>
                  </a:schemeClr>
                </a:solidFill>
              </a:defRPr>
            </a:lvl5pPr>
            <a:lvl6pPr marL="1862861" indent="0">
              <a:buNone/>
              <a:defRPr sz="1304">
                <a:solidFill>
                  <a:schemeClr val="tx1">
                    <a:tint val="82000"/>
                  </a:schemeClr>
                </a:solidFill>
              </a:defRPr>
            </a:lvl6pPr>
            <a:lvl7pPr marL="2235434" indent="0">
              <a:buNone/>
              <a:defRPr sz="1304">
                <a:solidFill>
                  <a:schemeClr val="tx1">
                    <a:tint val="82000"/>
                  </a:schemeClr>
                </a:solidFill>
              </a:defRPr>
            </a:lvl7pPr>
            <a:lvl8pPr marL="2608006" indent="0">
              <a:buNone/>
              <a:defRPr sz="1304">
                <a:solidFill>
                  <a:schemeClr val="tx1">
                    <a:tint val="82000"/>
                  </a:schemeClr>
                </a:solidFill>
              </a:defRPr>
            </a:lvl8pPr>
            <a:lvl9pPr marL="2980578" indent="0">
              <a:buNone/>
              <a:defRPr sz="130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ED24A-60D4-AC43-86B6-8BE4ED46BDD0}" type="datetimeFigureOut">
              <a:rPr lang="en-US" smtClean="0"/>
              <a:t>9/5/25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B4D9C-6DA7-B641-A703-D4F1C76D9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8173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2306" y="2263860"/>
            <a:ext cx="3166983" cy="53958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772436" y="2263860"/>
            <a:ext cx="3166983" cy="53958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ED24A-60D4-AC43-86B6-8BE4ED46BDD0}" type="datetimeFigureOut">
              <a:rPr lang="en-US" smtClean="0"/>
              <a:t>9/5/25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B4D9C-6DA7-B641-A703-D4F1C76D9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0796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3277" y="452774"/>
            <a:ext cx="6427113" cy="164376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278" y="2084720"/>
            <a:ext cx="3152428" cy="1021689"/>
          </a:xfrm>
        </p:spPr>
        <p:txBody>
          <a:bodyPr anchor="b"/>
          <a:lstStyle>
            <a:lvl1pPr marL="0" indent="0">
              <a:buNone/>
              <a:defRPr sz="1956" b="1"/>
            </a:lvl1pPr>
            <a:lvl2pPr marL="372572" indent="0">
              <a:buNone/>
              <a:defRPr sz="1630" b="1"/>
            </a:lvl2pPr>
            <a:lvl3pPr marL="745145" indent="0">
              <a:buNone/>
              <a:defRPr sz="1467" b="1"/>
            </a:lvl3pPr>
            <a:lvl4pPr marL="1117717" indent="0">
              <a:buNone/>
              <a:defRPr sz="1304" b="1"/>
            </a:lvl4pPr>
            <a:lvl5pPr marL="1490289" indent="0">
              <a:buNone/>
              <a:defRPr sz="1304" b="1"/>
            </a:lvl5pPr>
            <a:lvl6pPr marL="1862861" indent="0">
              <a:buNone/>
              <a:defRPr sz="1304" b="1"/>
            </a:lvl6pPr>
            <a:lvl7pPr marL="2235434" indent="0">
              <a:buNone/>
              <a:defRPr sz="1304" b="1"/>
            </a:lvl7pPr>
            <a:lvl8pPr marL="2608006" indent="0">
              <a:buNone/>
              <a:defRPr sz="1304" b="1"/>
            </a:lvl8pPr>
            <a:lvl9pPr marL="2980578" indent="0">
              <a:buNone/>
              <a:defRPr sz="130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3278" y="3106409"/>
            <a:ext cx="3152428" cy="45690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772436" y="2084720"/>
            <a:ext cx="3167954" cy="1021689"/>
          </a:xfrm>
        </p:spPr>
        <p:txBody>
          <a:bodyPr anchor="b"/>
          <a:lstStyle>
            <a:lvl1pPr marL="0" indent="0">
              <a:buNone/>
              <a:defRPr sz="1956" b="1"/>
            </a:lvl1pPr>
            <a:lvl2pPr marL="372572" indent="0">
              <a:buNone/>
              <a:defRPr sz="1630" b="1"/>
            </a:lvl2pPr>
            <a:lvl3pPr marL="745145" indent="0">
              <a:buNone/>
              <a:defRPr sz="1467" b="1"/>
            </a:lvl3pPr>
            <a:lvl4pPr marL="1117717" indent="0">
              <a:buNone/>
              <a:defRPr sz="1304" b="1"/>
            </a:lvl4pPr>
            <a:lvl5pPr marL="1490289" indent="0">
              <a:buNone/>
              <a:defRPr sz="1304" b="1"/>
            </a:lvl5pPr>
            <a:lvl6pPr marL="1862861" indent="0">
              <a:buNone/>
              <a:defRPr sz="1304" b="1"/>
            </a:lvl6pPr>
            <a:lvl7pPr marL="2235434" indent="0">
              <a:buNone/>
              <a:defRPr sz="1304" b="1"/>
            </a:lvl7pPr>
            <a:lvl8pPr marL="2608006" indent="0">
              <a:buNone/>
              <a:defRPr sz="1304" b="1"/>
            </a:lvl8pPr>
            <a:lvl9pPr marL="2980578" indent="0">
              <a:buNone/>
              <a:defRPr sz="130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772436" y="3106409"/>
            <a:ext cx="3167954" cy="45690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ED24A-60D4-AC43-86B6-8BE4ED46BDD0}" type="datetimeFigureOut">
              <a:rPr lang="en-US" smtClean="0"/>
              <a:t>9/5/25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B4D9C-6DA7-B641-A703-D4F1C76D9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49049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ED24A-60D4-AC43-86B6-8BE4ED46BDD0}" type="datetimeFigureOut">
              <a:rPr lang="en-US" smtClean="0"/>
              <a:t>9/5/25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B4D9C-6DA7-B641-A703-D4F1C76D9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31989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ED24A-60D4-AC43-86B6-8BE4ED46BDD0}" type="datetimeFigureOut">
              <a:rPr lang="en-US" smtClean="0"/>
              <a:t>9/5/25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B4D9C-6DA7-B641-A703-D4F1C76D9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46533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3277" y="566949"/>
            <a:ext cx="2403375" cy="1984322"/>
          </a:xfrm>
        </p:spPr>
        <p:txBody>
          <a:bodyPr anchor="b"/>
          <a:lstStyle>
            <a:lvl1pPr>
              <a:defRPr sz="260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167954" y="1224455"/>
            <a:ext cx="3772436" cy="6043521"/>
          </a:xfrm>
        </p:spPr>
        <p:txBody>
          <a:bodyPr/>
          <a:lstStyle>
            <a:lvl1pPr>
              <a:defRPr sz="2608"/>
            </a:lvl1pPr>
            <a:lvl2pPr>
              <a:defRPr sz="2282"/>
            </a:lvl2pPr>
            <a:lvl3pPr>
              <a:defRPr sz="1956"/>
            </a:lvl3pPr>
            <a:lvl4pPr>
              <a:defRPr sz="1630"/>
            </a:lvl4pPr>
            <a:lvl5pPr>
              <a:defRPr sz="1630"/>
            </a:lvl5pPr>
            <a:lvl6pPr>
              <a:defRPr sz="1630"/>
            </a:lvl6pPr>
            <a:lvl7pPr>
              <a:defRPr sz="1630"/>
            </a:lvl7pPr>
            <a:lvl8pPr>
              <a:defRPr sz="1630"/>
            </a:lvl8pPr>
            <a:lvl9pPr>
              <a:defRPr sz="163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3277" y="2551271"/>
            <a:ext cx="2403375" cy="4726546"/>
          </a:xfrm>
        </p:spPr>
        <p:txBody>
          <a:bodyPr/>
          <a:lstStyle>
            <a:lvl1pPr marL="0" indent="0">
              <a:buNone/>
              <a:defRPr sz="1304"/>
            </a:lvl1pPr>
            <a:lvl2pPr marL="372572" indent="0">
              <a:buNone/>
              <a:defRPr sz="1141"/>
            </a:lvl2pPr>
            <a:lvl3pPr marL="745145" indent="0">
              <a:buNone/>
              <a:defRPr sz="978"/>
            </a:lvl3pPr>
            <a:lvl4pPr marL="1117717" indent="0">
              <a:buNone/>
              <a:defRPr sz="815"/>
            </a:lvl4pPr>
            <a:lvl5pPr marL="1490289" indent="0">
              <a:buNone/>
              <a:defRPr sz="815"/>
            </a:lvl5pPr>
            <a:lvl6pPr marL="1862861" indent="0">
              <a:buNone/>
              <a:defRPr sz="815"/>
            </a:lvl6pPr>
            <a:lvl7pPr marL="2235434" indent="0">
              <a:buNone/>
              <a:defRPr sz="815"/>
            </a:lvl7pPr>
            <a:lvl8pPr marL="2608006" indent="0">
              <a:buNone/>
              <a:defRPr sz="815"/>
            </a:lvl8pPr>
            <a:lvl9pPr marL="2980578" indent="0">
              <a:buNone/>
              <a:defRPr sz="81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ED24A-60D4-AC43-86B6-8BE4ED46BDD0}" type="datetimeFigureOut">
              <a:rPr lang="en-US" smtClean="0"/>
              <a:t>9/5/25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B4D9C-6DA7-B641-A703-D4F1C76D9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8976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3277" y="566949"/>
            <a:ext cx="2403375" cy="1984322"/>
          </a:xfrm>
        </p:spPr>
        <p:txBody>
          <a:bodyPr anchor="b"/>
          <a:lstStyle>
            <a:lvl1pPr>
              <a:defRPr sz="260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167954" y="1224455"/>
            <a:ext cx="3772436" cy="6043521"/>
          </a:xfrm>
        </p:spPr>
        <p:txBody>
          <a:bodyPr anchor="t"/>
          <a:lstStyle>
            <a:lvl1pPr marL="0" indent="0">
              <a:buNone/>
              <a:defRPr sz="2608"/>
            </a:lvl1pPr>
            <a:lvl2pPr marL="372572" indent="0">
              <a:buNone/>
              <a:defRPr sz="2282"/>
            </a:lvl2pPr>
            <a:lvl3pPr marL="745145" indent="0">
              <a:buNone/>
              <a:defRPr sz="1956"/>
            </a:lvl3pPr>
            <a:lvl4pPr marL="1117717" indent="0">
              <a:buNone/>
              <a:defRPr sz="1630"/>
            </a:lvl4pPr>
            <a:lvl5pPr marL="1490289" indent="0">
              <a:buNone/>
              <a:defRPr sz="1630"/>
            </a:lvl5pPr>
            <a:lvl6pPr marL="1862861" indent="0">
              <a:buNone/>
              <a:defRPr sz="1630"/>
            </a:lvl6pPr>
            <a:lvl7pPr marL="2235434" indent="0">
              <a:buNone/>
              <a:defRPr sz="1630"/>
            </a:lvl7pPr>
            <a:lvl8pPr marL="2608006" indent="0">
              <a:buNone/>
              <a:defRPr sz="1630"/>
            </a:lvl8pPr>
            <a:lvl9pPr marL="2980578" indent="0">
              <a:buNone/>
              <a:defRPr sz="163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3277" y="2551271"/>
            <a:ext cx="2403375" cy="4726546"/>
          </a:xfrm>
        </p:spPr>
        <p:txBody>
          <a:bodyPr/>
          <a:lstStyle>
            <a:lvl1pPr marL="0" indent="0">
              <a:buNone/>
              <a:defRPr sz="1304"/>
            </a:lvl1pPr>
            <a:lvl2pPr marL="372572" indent="0">
              <a:buNone/>
              <a:defRPr sz="1141"/>
            </a:lvl2pPr>
            <a:lvl3pPr marL="745145" indent="0">
              <a:buNone/>
              <a:defRPr sz="978"/>
            </a:lvl3pPr>
            <a:lvl4pPr marL="1117717" indent="0">
              <a:buNone/>
              <a:defRPr sz="815"/>
            </a:lvl4pPr>
            <a:lvl5pPr marL="1490289" indent="0">
              <a:buNone/>
              <a:defRPr sz="815"/>
            </a:lvl5pPr>
            <a:lvl6pPr marL="1862861" indent="0">
              <a:buNone/>
              <a:defRPr sz="815"/>
            </a:lvl6pPr>
            <a:lvl7pPr marL="2235434" indent="0">
              <a:buNone/>
              <a:defRPr sz="815"/>
            </a:lvl7pPr>
            <a:lvl8pPr marL="2608006" indent="0">
              <a:buNone/>
              <a:defRPr sz="815"/>
            </a:lvl8pPr>
            <a:lvl9pPr marL="2980578" indent="0">
              <a:buNone/>
              <a:defRPr sz="81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ED24A-60D4-AC43-86B6-8BE4ED46BDD0}" type="datetimeFigureOut">
              <a:rPr lang="en-US" smtClean="0"/>
              <a:t>9/5/25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B4D9C-6DA7-B641-A703-D4F1C76D9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8033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ED24A-60D4-AC43-86B6-8BE4ED46BDD0}" type="datetimeFigureOut">
              <a:rPr lang="en-US" smtClean="0"/>
              <a:t>9/5/25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B4D9C-6DA7-B641-A703-D4F1C76D9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57735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332641" y="452772"/>
            <a:ext cx="1606778" cy="720694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2307" y="452772"/>
            <a:ext cx="4727188" cy="720694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ED24A-60D4-AC43-86B6-8BE4ED46BDD0}" type="datetimeFigureOut">
              <a:rPr lang="en-US" smtClean="0"/>
              <a:t>9/5/25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B4D9C-6DA7-B641-A703-D4F1C76D9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37140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2306" y="452774"/>
            <a:ext cx="6427113" cy="1643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2306" y="2263860"/>
            <a:ext cx="6427113" cy="53958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2306" y="7882171"/>
            <a:ext cx="1676638" cy="45277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DED24A-60D4-AC43-86B6-8BE4ED46BDD0}" type="datetimeFigureOut">
              <a:rPr lang="en-US" smtClean="0"/>
              <a:t>9/5/25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468384" y="7882171"/>
            <a:ext cx="2514957" cy="45277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262781" y="7882171"/>
            <a:ext cx="1676638" cy="45277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1B4D9C-6DA7-B641-A703-D4F1C76D9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496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</p:sldLayoutIdLst>
  <p:txStyles>
    <p:titleStyle>
      <a:lvl1pPr algn="l" defTabSz="745145" rtl="0" eaLnBrk="1" latinLnBrk="0" hangingPunct="1">
        <a:lnSpc>
          <a:spcPct val="90000"/>
        </a:lnSpc>
        <a:spcBef>
          <a:spcPct val="0"/>
        </a:spcBef>
        <a:buNone/>
        <a:defRPr sz="358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6286" indent="-186286" algn="l" defTabSz="745145" rtl="0" eaLnBrk="1" latinLnBrk="0" hangingPunct="1">
        <a:lnSpc>
          <a:spcPct val="90000"/>
        </a:lnSpc>
        <a:spcBef>
          <a:spcPts val="815"/>
        </a:spcBef>
        <a:buFont typeface="Arial" panose="020B0604020202020204" pitchFamily="34" charset="0"/>
        <a:buChar char="•"/>
        <a:defRPr sz="2282" kern="1200">
          <a:solidFill>
            <a:schemeClr val="tx1"/>
          </a:solidFill>
          <a:latin typeface="+mn-lt"/>
          <a:ea typeface="+mn-ea"/>
          <a:cs typeface="+mn-cs"/>
        </a:defRPr>
      </a:lvl1pPr>
      <a:lvl2pPr marL="558858" indent="-186286" algn="l" defTabSz="745145" rtl="0" eaLnBrk="1" latinLnBrk="0" hangingPunct="1">
        <a:lnSpc>
          <a:spcPct val="90000"/>
        </a:lnSpc>
        <a:spcBef>
          <a:spcPts val="407"/>
        </a:spcBef>
        <a:buFont typeface="Arial" panose="020B0604020202020204" pitchFamily="34" charset="0"/>
        <a:buChar char="•"/>
        <a:defRPr sz="1956" kern="1200">
          <a:solidFill>
            <a:schemeClr val="tx1"/>
          </a:solidFill>
          <a:latin typeface="+mn-lt"/>
          <a:ea typeface="+mn-ea"/>
          <a:cs typeface="+mn-cs"/>
        </a:defRPr>
      </a:lvl2pPr>
      <a:lvl3pPr marL="931431" indent="-186286" algn="l" defTabSz="745145" rtl="0" eaLnBrk="1" latinLnBrk="0" hangingPunct="1">
        <a:lnSpc>
          <a:spcPct val="90000"/>
        </a:lnSpc>
        <a:spcBef>
          <a:spcPts val="407"/>
        </a:spcBef>
        <a:buFont typeface="Arial" panose="020B0604020202020204" pitchFamily="34" charset="0"/>
        <a:buChar char="•"/>
        <a:defRPr sz="1630" kern="1200">
          <a:solidFill>
            <a:schemeClr val="tx1"/>
          </a:solidFill>
          <a:latin typeface="+mn-lt"/>
          <a:ea typeface="+mn-ea"/>
          <a:cs typeface="+mn-cs"/>
        </a:defRPr>
      </a:lvl3pPr>
      <a:lvl4pPr marL="1304003" indent="-186286" algn="l" defTabSz="745145" rtl="0" eaLnBrk="1" latinLnBrk="0" hangingPunct="1">
        <a:lnSpc>
          <a:spcPct val="90000"/>
        </a:lnSpc>
        <a:spcBef>
          <a:spcPts val="407"/>
        </a:spcBef>
        <a:buFont typeface="Arial" panose="020B0604020202020204" pitchFamily="34" charset="0"/>
        <a:buChar char="•"/>
        <a:defRPr sz="1467" kern="1200">
          <a:solidFill>
            <a:schemeClr val="tx1"/>
          </a:solidFill>
          <a:latin typeface="+mn-lt"/>
          <a:ea typeface="+mn-ea"/>
          <a:cs typeface="+mn-cs"/>
        </a:defRPr>
      </a:lvl4pPr>
      <a:lvl5pPr marL="1676575" indent="-186286" algn="l" defTabSz="745145" rtl="0" eaLnBrk="1" latinLnBrk="0" hangingPunct="1">
        <a:lnSpc>
          <a:spcPct val="90000"/>
        </a:lnSpc>
        <a:spcBef>
          <a:spcPts val="407"/>
        </a:spcBef>
        <a:buFont typeface="Arial" panose="020B0604020202020204" pitchFamily="34" charset="0"/>
        <a:buChar char="•"/>
        <a:defRPr sz="1467" kern="1200">
          <a:solidFill>
            <a:schemeClr val="tx1"/>
          </a:solidFill>
          <a:latin typeface="+mn-lt"/>
          <a:ea typeface="+mn-ea"/>
          <a:cs typeface="+mn-cs"/>
        </a:defRPr>
      </a:lvl5pPr>
      <a:lvl6pPr marL="2049148" indent="-186286" algn="l" defTabSz="745145" rtl="0" eaLnBrk="1" latinLnBrk="0" hangingPunct="1">
        <a:lnSpc>
          <a:spcPct val="90000"/>
        </a:lnSpc>
        <a:spcBef>
          <a:spcPts val="407"/>
        </a:spcBef>
        <a:buFont typeface="Arial" panose="020B0604020202020204" pitchFamily="34" charset="0"/>
        <a:buChar char="•"/>
        <a:defRPr sz="1467" kern="1200">
          <a:solidFill>
            <a:schemeClr val="tx1"/>
          </a:solidFill>
          <a:latin typeface="+mn-lt"/>
          <a:ea typeface="+mn-ea"/>
          <a:cs typeface="+mn-cs"/>
        </a:defRPr>
      </a:lvl6pPr>
      <a:lvl7pPr marL="2421720" indent="-186286" algn="l" defTabSz="745145" rtl="0" eaLnBrk="1" latinLnBrk="0" hangingPunct="1">
        <a:lnSpc>
          <a:spcPct val="90000"/>
        </a:lnSpc>
        <a:spcBef>
          <a:spcPts val="407"/>
        </a:spcBef>
        <a:buFont typeface="Arial" panose="020B0604020202020204" pitchFamily="34" charset="0"/>
        <a:buChar char="•"/>
        <a:defRPr sz="1467" kern="1200">
          <a:solidFill>
            <a:schemeClr val="tx1"/>
          </a:solidFill>
          <a:latin typeface="+mn-lt"/>
          <a:ea typeface="+mn-ea"/>
          <a:cs typeface="+mn-cs"/>
        </a:defRPr>
      </a:lvl7pPr>
      <a:lvl8pPr marL="2794292" indent="-186286" algn="l" defTabSz="745145" rtl="0" eaLnBrk="1" latinLnBrk="0" hangingPunct="1">
        <a:lnSpc>
          <a:spcPct val="90000"/>
        </a:lnSpc>
        <a:spcBef>
          <a:spcPts val="407"/>
        </a:spcBef>
        <a:buFont typeface="Arial" panose="020B0604020202020204" pitchFamily="34" charset="0"/>
        <a:buChar char="•"/>
        <a:defRPr sz="1467" kern="1200">
          <a:solidFill>
            <a:schemeClr val="tx1"/>
          </a:solidFill>
          <a:latin typeface="+mn-lt"/>
          <a:ea typeface="+mn-ea"/>
          <a:cs typeface="+mn-cs"/>
        </a:defRPr>
      </a:lvl8pPr>
      <a:lvl9pPr marL="3166864" indent="-186286" algn="l" defTabSz="745145" rtl="0" eaLnBrk="1" latinLnBrk="0" hangingPunct="1">
        <a:lnSpc>
          <a:spcPct val="90000"/>
        </a:lnSpc>
        <a:spcBef>
          <a:spcPts val="407"/>
        </a:spcBef>
        <a:buFont typeface="Arial" panose="020B0604020202020204" pitchFamily="34" charset="0"/>
        <a:buChar char="•"/>
        <a:defRPr sz="14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5145" rtl="0" eaLnBrk="1" latinLnBrk="0" hangingPunct="1">
        <a:defRPr sz="1467" kern="1200">
          <a:solidFill>
            <a:schemeClr val="tx1"/>
          </a:solidFill>
          <a:latin typeface="+mn-lt"/>
          <a:ea typeface="+mn-ea"/>
          <a:cs typeface="+mn-cs"/>
        </a:defRPr>
      </a:lvl1pPr>
      <a:lvl2pPr marL="372572" algn="l" defTabSz="745145" rtl="0" eaLnBrk="1" latinLnBrk="0" hangingPunct="1">
        <a:defRPr sz="1467" kern="1200">
          <a:solidFill>
            <a:schemeClr val="tx1"/>
          </a:solidFill>
          <a:latin typeface="+mn-lt"/>
          <a:ea typeface="+mn-ea"/>
          <a:cs typeface="+mn-cs"/>
        </a:defRPr>
      </a:lvl2pPr>
      <a:lvl3pPr marL="745145" algn="l" defTabSz="745145" rtl="0" eaLnBrk="1" latinLnBrk="0" hangingPunct="1">
        <a:defRPr sz="1467" kern="1200">
          <a:solidFill>
            <a:schemeClr val="tx1"/>
          </a:solidFill>
          <a:latin typeface="+mn-lt"/>
          <a:ea typeface="+mn-ea"/>
          <a:cs typeface="+mn-cs"/>
        </a:defRPr>
      </a:lvl3pPr>
      <a:lvl4pPr marL="1117717" algn="l" defTabSz="745145" rtl="0" eaLnBrk="1" latinLnBrk="0" hangingPunct="1">
        <a:defRPr sz="1467" kern="1200">
          <a:solidFill>
            <a:schemeClr val="tx1"/>
          </a:solidFill>
          <a:latin typeface="+mn-lt"/>
          <a:ea typeface="+mn-ea"/>
          <a:cs typeface="+mn-cs"/>
        </a:defRPr>
      </a:lvl4pPr>
      <a:lvl5pPr marL="1490289" algn="l" defTabSz="745145" rtl="0" eaLnBrk="1" latinLnBrk="0" hangingPunct="1">
        <a:defRPr sz="1467" kern="1200">
          <a:solidFill>
            <a:schemeClr val="tx1"/>
          </a:solidFill>
          <a:latin typeface="+mn-lt"/>
          <a:ea typeface="+mn-ea"/>
          <a:cs typeface="+mn-cs"/>
        </a:defRPr>
      </a:lvl5pPr>
      <a:lvl6pPr marL="1862861" algn="l" defTabSz="745145" rtl="0" eaLnBrk="1" latinLnBrk="0" hangingPunct="1">
        <a:defRPr sz="1467" kern="1200">
          <a:solidFill>
            <a:schemeClr val="tx1"/>
          </a:solidFill>
          <a:latin typeface="+mn-lt"/>
          <a:ea typeface="+mn-ea"/>
          <a:cs typeface="+mn-cs"/>
        </a:defRPr>
      </a:lvl6pPr>
      <a:lvl7pPr marL="2235434" algn="l" defTabSz="745145" rtl="0" eaLnBrk="1" latinLnBrk="0" hangingPunct="1">
        <a:defRPr sz="1467" kern="1200">
          <a:solidFill>
            <a:schemeClr val="tx1"/>
          </a:solidFill>
          <a:latin typeface="+mn-lt"/>
          <a:ea typeface="+mn-ea"/>
          <a:cs typeface="+mn-cs"/>
        </a:defRPr>
      </a:lvl7pPr>
      <a:lvl8pPr marL="2608006" algn="l" defTabSz="745145" rtl="0" eaLnBrk="1" latinLnBrk="0" hangingPunct="1">
        <a:defRPr sz="1467" kern="1200">
          <a:solidFill>
            <a:schemeClr val="tx1"/>
          </a:solidFill>
          <a:latin typeface="+mn-lt"/>
          <a:ea typeface="+mn-ea"/>
          <a:cs typeface="+mn-cs"/>
        </a:defRPr>
      </a:lvl8pPr>
      <a:lvl9pPr marL="2980578" algn="l" defTabSz="745145" rtl="0" eaLnBrk="1" latinLnBrk="0" hangingPunct="1">
        <a:defRPr sz="146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3819916-0F1C-D2D6-7F3D-2D4FDF674E9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5573" y="0"/>
            <a:ext cx="7456454" cy="84963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76FA5BD-F421-C9C0-E9EE-54576F8AB68E}"/>
              </a:ext>
            </a:extLst>
          </p:cNvPr>
          <p:cNvSpPr txBox="1"/>
          <p:nvPr/>
        </p:nvSpPr>
        <p:spPr>
          <a:xfrm>
            <a:off x="6027847" y="7077386"/>
            <a:ext cx="8643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rgbClr val="FE375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= TCC</a:t>
            </a:r>
          </a:p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2 steps to </a:t>
            </a:r>
            <a:r>
              <a:rPr lang="en-US" sz="1000" dirty="0">
                <a:solidFill>
                  <a:srgbClr val="00C88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C0C7D0-7B58-DAC6-5438-C25B660C1BF3}"/>
              </a:ext>
            </a:extLst>
          </p:cNvPr>
          <p:cNvSpPr txBox="1"/>
          <p:nvPr/>
        </p:nvSpPr>
        <p:spPr>
          <a:xfrm>
            <a:off x="5740493" y="5873597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rgbClr val="FE375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= AGC</a:t>
            </a:r>
          </a:p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1 step to </a:t>
            </a:r>
            <a:r>
              <a:rPr lang="en-US" sz="1000" dirty="0">
                <a:solidFill>
                  <a:srgbClr val="00C88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A95793-2416-B95C-1304-92F6D87ED336}"/>
              </a:ext>
            </a:extLst>
          </p:cNvPr>
          <p:cNvSpPr txBox="1"/>
          <p:nvPr/>
        </p:nvSpPr>
        <p:spPr>
          <a:xfrm>
            <a:off x="6323431" y="6256084"/>
            <a:ext cx="864339" cy="4001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rgbClr val="FBC4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= TTC</a:t>
            </a:r>
          </a:p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2 steps to </a:t>
            </a:r>
            <a:r>
              <a:rPr lang="en-US" sz="1000" dirty="0">
                <a:solidFill>
                  <a:srgbClr val="00C88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</a:p>
        </p:txBody>
      </p:sp>
    </p:spTree>
    <p:extLst>
      <p:ext uri="{BB962C8B-B14F-4D97-AF65-F5344CB8AC3E}">
        <p14:creationId xmlns:p14="http://schemas.microsoft.com/office/powerpoint/2010/main" val="9124066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109</TotalTime>
  <Words>21</Words>
  <Application>Microsoft Macintosh PowerPoint</Application>
  <PresentationFormat>Custom</PresentationFormat>
  <Paragraphs>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Kistler, Katie</dc:creator>
  <cp:lastModifiedBy>Kistler, Katie</cp:lastModifiedBy>
  <cp:revision>3</cp:revision>
  <dcterms:created xsi:type="dcterms:W3CDTF">2025-09-04T15:51:46Z</dcterms:created>
  <dcterms:modified xsi:type="dcterms:W3CDTF">2025-09-05T20:21:34Z</dcterms:modified>
</cp:coreProperties>
</file>