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7451725" cy="850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6"/>
    <p:restoredTop sz="94660"/>
  </p:normalViewPr>
  <p:slideViewPr>
    <p:cSldViewPr snapToGrid="0">
      <p:cViewPr>
        <p:scale>
          <a:sx n="88" d="100"/>
          <a:sy n="88" d="100"/>
        </p:scale>
        <p:origin x="2160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880" y="1391782"/>
            <a:ext cx="6333966" cy="2960735"/>
          </a:xfrm>
        </p:spPr>
        <p:txBody>
          <a:bodyPr anchor="b"/>
          <a:lstStyle>
            <a:lvl1pPr algn="ctr">
              <a:defRPr sz="4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1466" y="4466694"/>
            <a:ext cx="5588794" cy="2053222"/>
          </a:xfrm>
        </p:spPr>
        <p:txBody>
          <a:bodyPr/>
          <a:lstStyle>
            <a:lvl1pPr marL="0" indent="0" algn="ctr">
              <a:buNone/>
              <a:defRPr sz="1956"/>
            </a:lvl1pPr>
            <a:lvl2pPr marL="372572" indent="0" algn="ctr">
              <a:buNone/>
              <a:defRPr sz="1630"/>
            </a:lvl2pPr>
            <a:lvl3pPr marL="745145" indent="0" algn="ctr">
              <a:buNone/>
              <a:defRPr sz="1467"/>
            </a:lvl3pPr>
            <a:lvl4pPr marL="1117717" indent="0" algn="ctr">
              <a:buNone/>
              <a:defRPr sz="1304"/>
            </a:lvl4pPr>
            <a:lvl5pPr marL="1490289" indent="0" algn="ctr">
              <a:buNone/>
              <a:defRPr sz="1304"/>
            </a:lvl5pPr>
            <a:lvl6pPr marL="1862861" indent="0" algn="ctr">
              <a:buNone/>
              <a:defRPr sz="1304"/>
            </a:lvl6pPr>
            <a:lvl7pPr marL="2235434" indent="0" algn="ctr">
              <a:buNone/>
              <a:defRPr sz="1304"/>
            </a:lvl7pPr>
            <a:lvl8pPr marL="2608006" indent="0" algn="ctr">
              <a:buNone/>
              <a:defRPr sz="1304"/>
            </a:lvl8pPr>
            <a:lvl9pPr marL="2980578" indent="0" algn="ctr">
              <a:buNone/>
              <a:defRPr sz="13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5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425" y="2120156"/>
            <a:ext cx="6427113" cy="3537526"/>
          </a:xfrm>
        </p:spPr>
        <p:txBody>
          <a:bodyPr anchor="b"/>
          <a:lstStyle>
            <a:lvl1pPr>
              <a:defRPr sz="48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425" y="5691149"/>
            <a:ext cx="6427113" cy="1860301"/>
          </a:xfrm>
        </p:spPr>
        <p:txBody>
          <a:bodyPr/>
          <a:lstStyle>
            <a:lvl1pPr marL="0" indent="0">
              <a:buNone/>
              <a:defRPr sz="1956">
                <a:solidFill>
                  <a:schemeClr val="tx1">
                    <a:tint val="82000"/>
                  </a:schemeClr>
                </a:solidFill>
              </a:defRPr>
            </a:lvl1pPr>
            <a:lvl2pPr marL="372572" indent="0">
              <a:buNone/>
              <a:defRPr sz="1630">
                <a:solidFill>
                  <a:schemeClr val="tx1">
                    <a:tint val="82000"/>
                  </a:schemeClr>
                </a:solidFill>
              </a:defRPr>
            </a:lvl2pPr>
            <a:lvl3pPr marL="74514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3pPr>
            <a:lvl4pPr marL="1117717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4pPr>
            <a:lvl5pPr marL="1490289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5pPr>
            <a:lvl6pPr marL="1862861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6pPr>
            <a:lvl7pPr marL="2235434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7pPr>
            <a:lvl8pPr marL="2608006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8pPr>
            <a:lvl9pPr marL="2980578" indent="0">
              <a:buNone/>
              <a:defRPr sz="13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1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306" y="2263860"/>
            <a:ext cx="3166983" cy="539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2436" y="2263860"/>
            <a:ext cx="3166983" cy="53958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7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77" y="452774"/>
            <a:ext cx="6427113" cy="16437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278" y="2084720"/>
            <a:ext cx="3152428" cy="1021689"/>
          </a:xfrm>
        </p:spPr>
        <p:txBody>
          <a:bodyPr anchor="b"/>
          <a:lstStyle>
            <a:lvl1pPr marL="0" indent="0">
              <a:buNone/>
              <a:defRPr sz="1956" b="1"/>
            </a:lvl1pPr>
            <a:lvl2pPr marL="372572" indent="0">
              <a:buNone/>
              <a:defRPr sz="1630" b="1"/>
            </a:lvl2pPr>
            <a:lvl3pPr marL="745145" indent="0">
              <a:buNone/>
              <a:defRPr sz="1467" b="1"/>
            </a:lvl3pPr>
            <a:lvl4pPr marL="1117717" indent="0">
              <a:buNone/>
              <a:defRPr sz="1304" b="1"/>
            </a:lvl4pPr>
            <a:lvl5pPr marL="1490289" indent="0">
              <a:buNone/>
              <a:defRPr sz="1304" b="1"/>
            </a:lvl5pPr>
            <a:lvl6pPr marL="1862861" indent="0">
              <a:buNone/>
              <a:defRPr sz="1304" b="1"/>
            </a:lvl6pPr>
            <a:lvl7pPr marL="2235434" indent="0">
              <a:buNone/>
              <a:defRPr sz="1304" b="1"/>
            </a:lvl7pPr>
            <a:lvl8pPr marL="2608006" indent="0">
              <a:buNone/>
              <a:defRPr sz="1304" b="1"/>
            </a:lvl8pPr>
            <a:lvl9pPr marL="2980578" indent="0">
              <a:buNone/>
              <a:defRPr sz="13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278" y="3106409"/>
            <a:ext cx="3152428" cy="4569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72436" y="2084720"/>
            <a:ext cx="3167954" cy="1021689"/>
          </a:xfrm>
        </p:spPr>
        <p:txBody>
          <a:bodyPr anchor="b"/>
          <a:lstStyle>
            <a:lvl1pPr marL="0" indent="0">
              <a:buNone/>
              <a:defRPr sz="1956" b="1"/>
            </a:lvl1pPr>
            <a:lvl2pPr marL="372572" indent="0">
              <a:buNone/>
              <a:defRPr sz="1630" b="1"/>
            </a:lvl2pPr>
            <a:lvl3pPr marL="745145" indent="0">
              <a:buNone/>
              <a:defRPr sz="1467" b="1"/>
            </a:lvl3pPr>
            <a:lvl4pPr marL="1117717" indent="0">
              <a:buNone/>
              <a:defRPr sz="1304" b="1"/>
            </a:lvl4pPr>
            <a:lvl5pPr marL="1490289" indent="0">
              <a:buNone/>
              <a:defRPr sz="1304" b="1"/>
            </a:lvl5pPr>
            <a:lvl6pPr marL="1862861" indent="0">
              <a:buNone/>
              <a:defRPr sz="1304" b="1"/>
            </a:lvl6pPr>
            <a:lvl7pPr marL="2235434" indent="0">
              <a:buNone/>
              <a:defRPr sz="1304" b="1"/>
            </a:lvl7pPr>
            <a:lvl8pPr marL="2608006" indent="0">
              <a:buNone/>
              <a:defRPr sz="1304" b="1"/>
            </a:lvl8pPr>
            <a:lvl9pPr marL="2980578" indent="0">
              <a:buNone/>
              <a:defRPr sz="13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72436" y="3106409"/>
            <a:ext cx="3167954" cy="4569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0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9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5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77" y="566949"/>
            <a:ext cx="2403375" cy="1984322"/>
          </a:xfrm>
        </p:spPr>
        <p:txBody>
          <a:bodyPr anchor="b"/>
          <a:lstStyle>
            <a:lvl1pPr>
              <a:defRPr sz="26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54" y="1224455"/>
            <a:ext cx="3772436" cy="6043521"/>
          </a:xfrm>
        </p:spPr>
        <p:txBody>
          <a:bodyPr/>
          <a:lstStyle>
            <a:lvl1pPr>
              <a:defRPr sz="2608"/>
            </a:lvl1pPr>
            <a:lvl2pPr>
              <a:defRPr sz="2282"/>
            </a:lvl2pPr>
            <a:lvl3pPr>
              <a:defRPr sz="1956"/>
            </a:lvl3pPr>
            <a:lvl4pPr>
              <a:defRPr sz="1630"/>
            </a:lvl4pPr>
            <a:lvl5pPr>
              <a:defRPr sz="1630"/>
            </a:lvl5pPr>
            <a:lvl6pPr>
              <a:defRPr sz="1630"/>
            </a:lvl6pPr>
            <a:lvl7pPr>
              <a:defRPr sz="1630"/>
            </a:lvl7pPr>
            <a:lvl8pPr>
              <a:defRPr sz="1630"/>
            </a:lvl8pPr>
            <a:lvl9pPr>
              <a:defRPr sz="16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3277" y="2551271"/>
            <a:ext cx="2403375" cy="4726546"/>
          </a:xfrm>
        </p:spPr>
        <p:txBody>
          <a:bodyPr/>
          <a:lstStyle>
            <a:lvl1pPr marL="0" indent="0">
              <a:buNone/>
              <a:defRPr sz="1304"/>
            </a:lvl1pPr>
            <a:lvl2pPr marL="372572" indent="0">
              <a:buNone/>
              <a:defRPr sz="1141"/>
            </a:lvl2pPr>
            <a:lvl3pPr marL="745145" indent="0">
              <a:buNone/>
              <a:defRPr sz="978"/>
            </a:lvl3pPr>
            <a:lvl4pPr marL="1117717" indent="0">
              <a:buNone/>
              <a:defRPr sz="815"/>
            </a:lvl4pPr>
            <a:lvl5pPr marL="1490289" indent="0">
              <a:buNone/>
              <a:defRPr sz="815"/>
            </a:lvl5pPr>
            <a:lvl6pPr marL="1862861" indent="0">
              <a:buNone/>
              <a:defRPr sz="815"/>
            </a:lvl6pPr>
            <a:lvl7pPr marL="2235434" indent="0">
              <a:buNone/>
              <a:defRPr sz="815"/>
            </a:lvl7pPr>
            <a:lvl8pPr marL="2608006" indent="0">
              <a:buNone/>
              <a:defRPr sz="815"/>
            </a:lvl8pPr>
            <a:lvl9pPr marL="2980578" indent="0">
              <a:buNone/>
              <a:defRPr sz="8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9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77" y="566949"/>
            <a:ext cx="2403375" cy="1984322"/>
          </a:xfrm>
        </p:spPr>
        <p:txBody>
          <a:bodyPr anchor="b"/>
          <a:lstStyle>
            <a:lvl1pPr>
              <a:defRPr sz="26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67954" y="1224455"/>
            <a:ext cx="3772436" cy="6043521"/>
          </a:xfrm>
        </p:spPr>
        <p:txBody>
          <a:bodyPr anchor="t"/>
          <a:lstStyle>
            <a:lvl1pPr marL="0" indent="0">
              <a:buNone/>
              <a:defRPr sz="2608"/>
            </a:lvl1pPr>
            <a:lvl2pPr marL="372572" indent="0">
              <a:buNone/>
              <a:defRPr sz="2282"/>
            </a:lvl2pPr>
            <a:lvl3pPr marL="745145" indent="0">
              <a:buNone/>
              <a:defRPr sz="1956"/>
            </a:lvl3pPr>
            <a:lvl4pPr marL="1117717" indent="0">
              <a:buNone/>
              <a:defRPr sz="1630"/>
            </a:lvl4pPr>
            <a:lvl5pPr marL="1490289" indent="0">
              <a:buNone/>
              <a:defRPr sz="1630"/>
            </a:lvl5pPr>
            <a:lvl6pPr marL="1862861" indent="0">
              <a:buNone/>
              <a:defRPr sz="1630"/>
            </a:lvl6pPr>
            <a:lvl7pPr marL="2235434" indent="0">
              <a:buNone/>
              <a:defRPr sz="1630"/>
            </a:lvl7pPr>
            <a:lvl8pPr marL="2608006" indent="0">
              <a:buNone/>
              <a:defRPr sz="1630"/>
            </a:lvl8pPr>
            <a:lvl9pPr marL="2980578" indent="0">
              <a:buNone/>
              <a:defRPr sz="16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3277" y="2551271"/>
            <a:ext cx="2403375" cy="4726546"/>
          </a:xfrm>
        </p:spPr>
        <p:txBody>
          <a:bodyPr/>
          <a:lstStyle>
            <a:lvl1pPr marL="0" indent="0">
              <a:buNone/>
              <a:defRPr sz="1304"/>
            </a:lvl1pPr>
            <a:lvl2pPr marL="372572" indent="0">
              <a:buNone/>
              <a:defRPr sz="1141"/>
            </a:lvl2pPr>
            <a:lvl3pPr marL="745145" indent="0">
              <a:buNone/>
              <a:defRPr sz="978"/>
            </a:lvl3pPr>
            <a:lvl4pPr marL="1117717" indent="0">
              <a:buNone/>
              <a:defRPr sz="815"/>
            </a:lvl4pPr>
            <a:lvl5pPr marL="1490289" indent="0">
              <a:buNone/>
              <a:defRPr sz="815"/>
            </a:lvl5pPr>
            <a:lvl6pPr marL="1862861" indent="0">
              <a:buNone/>
              <a:defRPr sz="815"/>
            </a:lvl6pPr>
            <a:lvl7pPr marL="2235434" indent="0">
              <a:buNone/>
              <a:defRPr sz="815"/>
            </a:lvl7pPr>
            <a:lvl8pPr marL="2608006" indent="0">
              <a:buNone/>
              <a:defRPr sz="815"/>
            </a:lvl8pPr>
            <a:lvl9pPr marL="2980578" indent="0">
              <a:buNone/>
              <a:defRPr sz="8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0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7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32641" y="452772"/>
            <a:ext cx="1606778" cy="72069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2307" y="452772"/>
            <a:ext cx="4727188" cy="7206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1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2306" y="452774"/>
            <a:ext cx="6427113" cy="1643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306" y="2263860"/>
            <a:ext cx="6427113" cy="5395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2306" y="7882171"/>
            <a:ext cx="1676638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ED24A-60D4-AC43-86B6-8BE4ED46BDD0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8384" y="7882171"/>
            <a:ext cx="2514957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62781" y="7882171"/>
            <a:ext cx="1676638" cy="452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B4D9C-6DA7-B641-A703-D4F1C76D9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49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45145" rtl="0" eaLnBrk="1" latinLnBrk="0" hangingPunct="1">
        <a:lnSpc>
          <a:spcPct val="90000"/>
        </a:lnSpc>
        <a:spcBef>
          <a:spcPct val="0"/>
        </a:spcBef>
        <a:buNone/>
        <a:defRPr sz="35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286" indent="-186286" algn="l" defTabSz="745145" rtl="0" eaLnBrk="1" latinLnBrk="0" hangingPunct="1">
        <a:lnSpc>
          <a:spcPct val="90000"/>
        </a:lnSpc>
        <a:spcBef>
          <a:spcPts val="815"/>
        </a:spcBef>
        <a:buFont typeface="Arial" panose="020B0604020202020204" pitchFamily="34" charset="0"/>
        <a:buChar char="•"/>
        <a:defRPr sz="2282" kern="1200">
          <a:solidFill>
            <a:schemeClr val="tx1"/>
          </a:solidFill>
          <a:latin typeface="+mn-lt"/>
          <a:ea typeface="+mn-ea"/>
          <a:cs typeface="+mn-cs"/>
        </a:defRPr>
      </a:lvl1pPr>
      <a:lvl2pPr marL="558858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31431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30" kern="1200">
          <a:solidFill>
            <a:schemeClr val="tx1"/>
          </a:solidFill>
          <a:latin typeface="+mn-lt"/>
          <a:ea typeface="+mn-ea"/>
          <a:cs typeface="+mn-cs"/>
        </a:defRPr>
      </a:lvl3pPr>
      <a:lvl4pPr marL="1304003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1676575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2049148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6pPr>
      <a:lvl7pPr marL="2421720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7pPr>
      <a:lvl8pPr marL="2794292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8pPr>
      <a:lvl9pPr marL="3166864" indent="-186286" algn="l" defTabSz="745145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1pPr>
      <a:lvl2pPr marL="372572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2pPr>
      <a:lvl3pPr marL="745145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17717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1490289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1862861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6pPr>
      <a:lvl7pPr marL="2235434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7pPr>
      <a:lvl8pPr marL="2608006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8pPr>
      <a:lvl9pPr marL="2980578" algn="l" defTabSz="745145" rtl="0" eaLnBrk="1" latinLnBrk="0" hangingPunct="1">
        <a:defRPr sz="1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819916-0F1C-D2D6-7F3D-2D4FDF674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7467600" cy="8496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6FA5BD-F421-C9C0-E9EE-54576F8AB68E}"/>
              </a:ext>
            </a:extLst>
          </p:cNvPr>
          <p:cNvSpPr txBox="1"/>
          <p:nvPr/>
        </p:nvSpPr>
        <p:spPr>
          <a:xfrm>
            <a:off x="6027847" y="7077386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TCC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 steps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0C7D0-7B58-DAC6-5438-C25B660C1BF3}"/>
              </a:ext>
            </a:extLst>
          </p:cNvPr>
          <p:cNvSpPr txBox="1"/>
          <p:nvPr/>
        </p:nvSpPr>
        <p:spPr>
          <a:xfrm>
            <a:off x="5740493" y="5873597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E37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AGC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1 step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95793-2416-B95C-1304-92F6D87ED336}"/>
              </a:ext>
            </a:extLst>
          </p:cNvPr>
          <p:cNvSpPr txBox="1"/>
          <p:nvPr/>
        </p:nvSpPr>
        <p:spPr>
          <a:xfrm>
            <a:off x="6323431" y="6256084"/>
            <a:ext cx="86433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BC4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= TTC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2 steps to </a:t>
            </a:r>
            <a:r>
              <a:rPr lang="en-US" sz="1000" dirty="0">
                <a:solidFill>
                  <a:srgbClr val="00C8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91240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21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Kistler, Katie</dc:creator>
  <cp:lastModifiedBy>Kistler, Katie</cp:lastModifiedBy>
  <cp:revision>2</cp:revision>
  <dcterms:created xsi:type="dcterms:W3CDTF">2025-09-04T15:51:46Z</dcterms:created>
  <dcterms:modified xsi:type="dcterms:W3CDTF">2025-09-04T17:26:46Z</dcterms:modified>
</cp:coreProperties>
</file>